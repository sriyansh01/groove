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14" r:id="rId1"/>
  </p:sldMasterIdLst>
  <p:notesMasterIdLst>
    <p:notesMasterId r:id="rId14"/>
  </p:notesMasterIdLst>
  <p:sldIdLst>
    <p:sldId id="268" r:id="rId2"/>
    <p:sldId id="256" r:id="rId3"/>
    <p:sldId id="257" r:id="rId4"/>
    <p:sldId id="258" r:id="rId5"/>
    <p:sldId id="259" r:id="rId6"/>
    <p:sldId id="260" r:id="rId7"/>
    <p:sldId id="266" r:id="rId8"/>
    <p:sldId id="261" r:id="rId9"/>
    <p:sldId id="262" r:id="rId10"/>
    <p:sldId id="263" r:id="rId11"/>
    <p:sldId id="264" r:id="rId12"/>
    <p:sldId id="265" r:id="rId13"/>
  </p:sldIdLst>
  <p:sldSz cx="14630400" cy="8229600"/>
  <p:notesSz cx="8229600" cy="14630400"/>
  <p:embeddedFontLst>
    <p:embeddedFont>
      <p:font typeface="Inter" panose="020B0604020202020204" charset="0"/>
      <p:regular r:id="rId15"/>
    </p:embeddedFont>
    <p:embeddedFont>
      <p:font typeface="Trebuchet MS" panose="020B0603020202020204" pitchFamily="34" charset="0"/>
      <p:regular r:id="rId16"/>
      <p:bold r:id="rId17"/>
      <p:italic r:id="rId18"/>
      <p:boldItalic r:id="rId19"/>
    </p:embeddedFont>
    <p:embeddedFont>
      <p:font typeface="Wingdings 3" panose="05040102010807070707" pitchFamily="18" charset="2"/>
      <p:regular r:id="rId2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5E0EEC-1795-463D-9047-393675832D24}" v="9" dt="2026-03-12T18:04:51.5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75" y="2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laxy Rawat" userId="c05adccde5d1af9d" providerId="LiveId" clId="{F9BEFFE2-5DF7-433F-BE56-1941873B5AFF}"/>
    <pc:docChg chg="undo custSel addSld delSld modSld sldOrd modMainMaster">
      <pc:chgData name="Galaxy Rawat" userId="c05adccde5d1af9d" providerId="LiveId" clId="{F9BEFFE2-5DF7-433F-BE56-1941873B5AFF}" dt="2026-03-12T18:05:33.663" v="503" actId="20577"/>
      <pc:docMkLst>
        <pc:docMk/>
      </pc:docMkLst>
      <pc:sldChg chg="modSp mod">
        <pc:chgData name="Galaxy Rawat" userId="c05adccde5d1af9d" providerId="LiveId" clId="{F9BEFFE2-5DF7-433F-BE56-1941873B5AFF}" dt="2026-03-12T17:50:48.424" v="20" actId="14100"/>
        <pc:sldMkLst>
          <pc:docMk/>
          <pc:sldMk cId="0" sldId="256"/>
        </pc:sldMkLst>
        <pc:spChg chg="mod">
          <ac:chgData name="Galaxy Rawat" userId="c05adccde5d1af9d" providerId="LiveId" clId="{F9BEFFE2-5DF7-433F-BE56-1941873B5AFF}" dt="2026-03-12T17:50:48.424" v="20" actId="14100"/>
          <ac:spMkLst>
            <pc:docMk/>
            <pc:sldMk cId="0" sldId="256"/>
            <ac:spMk id="3" creationId="{00000000-0000-0000-0000-000000000000}"/>
          </ac:spMkLst>
        </pc:spChg>
      </pc:sldChg>
      <pc:sldChg chg="addSp delSp modSp new mod ord">
        <pc:chgData name="Galaxy Rawat" userId="c05adccde5d1af9d" providerId="LiveId" clId="{F9BEFFE2-5DF7-433F-BE56-1941873B5AFF}" dt="2026-03-12T17:49:32.643" v="14"/>
        <pc:sldMkLst>
          <pc:docMk/>
          <pc:sldMk cId="1347634202" sldId="266"/>
        </pc:sldMkLst>
        <pc:spChg chg="add del">
          <ac:chgData name="Galaxy Rawat" userId="c05adccde5d1af9d" providerId="LiveId" clId="{F9BEFFE2-5DF7-433F-BE56-1941873B5AFF}" dt="2026-03-12T17:46:53.436" v="2" actId="22"/>
          <ac:spMkLst>
            <pc:docMk/>
            <pc:sldMk cId="1347634202" sldId="266"/>
            <ac:spMk id="3" creationId="{FD7DA1B8-AE3D-3058-537B-336AF6965FF6}"/>
          </ac:spMkLst>
        </pc:spChg>
        <pc:picChg chg="add mod">
          <ac:chgData name="Galaxy Rawat" userId="c05adccde5d1af9d" providerId="LiveId" clId="{F9BEFFE2-5DF7-433F-BE56-1941873B5AFF}" dt="2026-03-12T17:49:10.968" v="10" actId="14100"/>
          <ac:picMkLst>
            <pc:docMk/>
            <pc:sldMk cId="1347634202" sldId="266"/>
            <ac:picMk id="5" creationId="{B65CC161-7F6C-D6AE-50B2-71E60578A507}"/>
          </ac:picMkLst>
        </pc:picChg>
      </pc:sldChg>
      <pc:sldChg chg="modSp new del mod">
        <pc:chgData name="Galaxy Rawat" userId="c05adccde5d1af9d" providerId="LiveId" clId="{F9BEFFE2-5DF7-433F-BE56-1941873B5AFF}" dt="2026-03-12T18:04:14.898" v="489" actId="2696"/>
        <pc:sldMkLst>
          <pc:docMk/>
          <pc:sldMk cId="1570509858" sldId="267"/>
        </pc:sldMkLst>
        <pc:spChg chg="mod">
          <ac:chgData name="Galaxy Rawat" userId="c05adccde5d1af9d" providerId="LiveId" clId="{F9BEFFE2-5DF7-433F-BE56-1941873B5AFF}" dt="2026-03-12T17:58:02.337" v="114" actId="20577"/>
          <ac:spMkLst>
            <pc:docMk/>
            <pc:sldMk cId="1570509858" sldId="267"/>
            <ac:spMk id="2" creationId="{6FB6867E-F596-37CE-2407-6DF187FB4B19}"/>
          </ac:spMkLst>
        </pc:spChg>
      </pc:sldChg>
      <pc:sldChg chg="modSp new mod ord">
        <pc:chgData name="Galaxy Rawat" userId="c05adccde5d1af9d" providerId="LiveId" clId="{F9BEFFE2-5DF7-433F-BE56-1941873B5AFF}" dt="2026-03-12T18:05:33.663" v="503" actId="20577"/>
        <pc:sldMkLst>
          <pc:docMk/>
          <pc:sldMk cId="526523140" sldId="268"/>
        </pc:sldMkLst>
        <pc:spChg chg="mod">
          <ac:chgData name="Galaxy Rawat" userId="c05adccde5d1af9d" providerId="LiveId" clId="{F9BEFFE2-5DF7-433F-BE56-1941873B5AFF}" dt="2026-03-12T18:04:51.571" v="491"/>
          <ac:spMkLst>
            <pc:docMk/>
            <pc:sldMk cId="526523140" sldId="268"/>
            <ac:spMk id="2" creationId="{315C6F66-535F-A8F8-FF2C-E890FF0466EA}"/>
          </ac:spMkLst>
        </pc:spChg>
        <pc:spChg chg="mod">
          <ac:chgData name="Galaxy Rawat" userId="c05adccde5d1af9d" providerId="LiveId" clId="{F9BEFFE2-5DF7-433F-BE56-1941873B5AFF}" dt="2026-03-12T18:05:33.663" v="503" actId="20577"/>
          <ac:spMkLst>
            <pc:docMk/>
            <pc:sldMk cId="526523140" sldId="268"/>
            <ac:spMk id="3" creationId="{04204E01-75D2-BC7D-AB5C-57B87718A26F}"/>
          </ac:spMkLst>
        </pc:spChg>
      </pc:sldChg>
      <pc:sldMasterChg chg="modSldLayout">
        <pc:chgData name="Galaxy Rawat" userId="c05adccde5d1af9d" providerId="LiveId" clId="{F9BEFFE2-5DF7-433F-BE56-1941873B5AFF}" dt="2026-03-12T17:50:13.448" v="16"/>
        <pc:sldMasterMkLst>
          <pc:docMk/>
          <pc:sldMasterMk cId="1715002690" sldId="2147483660"/>
        </pc:sldMasterMkLst>
        <pc:sldLayoutChg chg="addSp delSp">
          <pc:chgData name="Galaxy Rawat" userId="c05adccde5d1af9d" providerId="LiveId" clId="{F9BEFFE2-5DF7-433F-BE56-1941873B5AFF}" dt="2026-03-12T17:50:13.448" v="16"/>
          <pc:sldLayoutMkLst>
            <pc:docMk/>
            <pc:sldMasterMk cId="1715002690" sldId="2147483660"/>
            <pc:sldLayoutMk cId="1882920049" sldId="2147483672"/>
          </pc:sldLayoutMkLst>
          <pc:spChg chg="add del">
            <ac:chgData name="Galaxy Rawat" userId="c05adccde5d1af9d" providerId="LiveId" clId="{F9BEFFE2-5DF7-433F-BE56-1941873B5AFF}" dt="2026-03-12T17:50:13.448" v="16"/>
            <ac:spMkLst>
              <pc:docMk/>
              <pc:sldMasterMk cId="1715002690" sldId="2147483660"/>
              <pc:sldLayoutMk cId="1882920049" sldId="2147483672"/>
              <ac:spMk id="2" creationId="{00000000-0000-0000-0000-000000000000}"/>
            </ac:spMkLst>
          </pc:spChg>
          <pc:spChg chg="add del">
            <ac:chgData name="Galaxy Rawat" userId="c05adccde5d1af9d" providerId="LiveId" clId="{F9BEFFE2-5DF7-433F-BE56-1941873B5AFF}" dt="2026-03-12T17:50:13.448" v="16"/>
            <ac:spMkLst>
              <pc:docMk/>
              <pc:sldMasterMk cId="1715002690" sldId="2147483660"/>
              <pc:sldLayoutMk cId="1882920049" sldId="2147483672"/>
              <ac:spMk id="3" creationId="{00000000-0000-0000-0000-000000000000}"/>
            </ac:spMkLst>
          </pc:spChg>
          <pc:picChg chg="add del">
            <ac:chgData name="Galaxy Rawat" userId="c05adccde5d1af9d" providerId="LiveId" clId="{F9BEFFE2-5DF7-433F-BE56-1941873B5AFF}" dt="2026-03-12T17:50:13.448" v="16"/>
            <ac:picMkLst>
              <pc:docMk/>
              <pc:sldMasterMk cId="1715002690" sldId="2147483660"/>
              <pc:sldLayoutMk cId="1882920049" sldId="2147483672"/>
              <ac:picMk id="4" creationId="{00000000-0000-0000-0000-000000000000}"/>
            </ac:picMkLst>
          </pc:picChg>
        </pc:sldLayoutChg>
        <pc:sldLayoutChg chg="addSp delSp">
          <pc:chgData name="Galaxy Rawat" userId="c05adccde5d1af9d" providerId="LiveId" clId="{F9BEFFE2-5DF7-433F-BE56-1941873B5AFF}" dt="2026-03-12T17:50:13.448" v="16"/>
          <pc:sldLayoutMkLst>
            <pc:docMk/>
            <pc:sldMasterMk cId="1715002690" sldId="2147483660"/>
            <pc:sldLayoutMk cId="1118480743" sldId="2147483673"/>
          </pc:sldLayoutMkLst>
          <pc:spChg chg="add del">
            <ac:chgData name="Galaxy Rawat" userId="c05adccde5d1af9d" providerId="LiveId" clId="{F9BEFFE2-5DF7-433F-BE56-1941873B5AFF}" dt="2026-03-12T17:50:13.448" v="16"/>
            <ac:spMkLst>
              <pc:docMk/>
              <pc:sldMasterMk cId="1715002690" sldId="2147483660"/>
              <pc:sldLayoutMk cId="1118480743" sldId="2147483673"/>
              <ac:spMk id="2" creationId="{00000000-0000-0000-0000-000000000000}"/>
            </ac:spMkLst>
          </pc:spChg>
          <pc:spChg chg="add del">
            <ac:chgData name="Galaxy Rawat" userId="c05adccde5d1af9d" providerId="LiveId" clId="{F9BEFFE2-5DF7-433F-BE56-1941873B5AFF}" dt="2026-03-12T17:50:13.448" v="16"/>
            <ac:spMkLst>
              <pc:docMk/>
              <pc:sldMasterMk cId="1715002690" sldId="2147483660"/>
              <pc:sldLayoutMk cId="1118480743" sldId="2147483673"/>
              <ac:spMk id="3" creationId="{00000000-0000-0000-0000-000000000000}"/>
            </ac:spMkLst>
          </pc:spChg>
          <pc:picChg chg="add del">
            <ac:chgData name="Galaxy Rawat" userId="c05adccde5d1af9d" providerId="LiveId" clId="{F9BEFFE2-5DF7-433F-BE56-1941873B5AFF}" dt="2026-03-12T17:50:13.448" v="16"/>
            <ac:picMkLst>
              <pc:docMk/>
              <pc:sldMasterMk cId="1715002690" sldId="2147483660"/>
              <pc:sldLayoutMk cId="1118480743" sldId="2147483673"/>
              <ac:picMk id="4" creationId="{00000000-0000-0000-0000-000000000000}"/>
            </ac:picMkLst>
          </pc:picChg>
        </pc:sldLayoutChg>
        <pc:sldLayoutChg chg="addSp delSp">
          <pc:chgData name="Galaxy Rawat" userId="c05adccde5d1af9d" providerId="LiveId" clId="{F9BEFFE2-5DF7-433F-BE56-1941873B5AFF}" dt="2026-03-12T17:50:13.448" v="16"/>
          <pc:sldLayoutMkLst>
            <pc:docMk/>
            <pc:sldMasterMk cId="1715002690" sldId="2147483660"/>
            <pc:sldLayoutMk cId="2892817257" sldId="2147483674"/>
          </pc:sldLayoutMkLst>
          <pc:spChg chg="add del">
            <ac:chgData name="Galaxy Rawat" userId="c05adccde5d1af9d" providerId="LiveId" clId="{F9BEFFE2-5DF7-433F-BE56-1941873B5AFF}" dt="2026-03-12T17:50:13.448" v="16"/>
            <ac:spMkLst>
              <pc:docMk/>
              <pc:sldMasterMk cId="1715002690" sldId="2147483660"/>
              <pc:sldLayoutMk cId="2892817257" sldId="2147483674"/>
              <ac:spMk id="2" creationId="{00000000-0000-0000-0000-000000000000}"/>
            </ac:spMkLst>
          </pc:spChg>
          <pc:spChg chg="add del">
            <ac:chgData name="Galaxy Rawat" userId="c05adccde5d1af9d" providerId="LiveId" clId="{F9BEFFE2-5DF7-433F-BE56-1941873B5AFF}" dt="2026-03-12T17:50:13.448" v="16"/>
            <ac:spMkLst>
              <pc:docMk/>
              <pc:sldMasterMk cId="1715002690" sldId="2147483660"/>
              <pc:sldLayoutMk cId="2892817257" sldId="2147483674"/>
              <ac:spMk id="3" creationId="{00000000-0000-0000-0000-000000000000}"/>
            </ac:spMkLst>
          </pc:spChg>
          <pc:picChg chg="add del">
            <ac:chgData name="Galaxy Rawat" userId="c05adccde5d1af9d" providerId="LiveId" clId="{F9BEFFE2-5DF7-433F-BE56-1941873B5AFF}" dt="2026-03-12T17:50:13.448" v="16"/>
            <ac:picMkLst>
              <pc:docMk/>
              <pc:sldMasterMk cId="1715002690" sldId="2147483660"/>
              <pc:sldLayoutMk cId="2892817257" sldId="2147483674"/>
              <ac:picMk id="4" creationId="{00000000-0000-0000-0000-000000000000}"/>
            </ac:picMkLst>
          </pc:picChg>
        </pc:sldLayoutChg>
        <pc:sldLayoutChg chg="addSp delSp">
          <pc:chgData name="Galaxy Rawat" userId="c05adccde5d1af9d" providerId="LiveId" clId="{F9BEFFE2-5DF7-433F-BE56-1941873B5AFF}" dt="2026-03-12T17:50:13.448" v="16"/>
          <pc:sldLayoutMkLst>
            <pc:docMk/>
            <pc:sldMasterMk cId="1715002690" sldId="2147483660"/>
            <pc:sldLayoutMk cId="2983350085" sldId="2147483675"/>
          </pc:sldLayoutMkLst>
          <pc:spChg chg="add del">
            <ac:chgData name="Galaxy Rawat" userId="c05adccde5d1af9d" providerId="LiveId" clId="{F9BEFFE2-5DF7-433F-BE56-1941873B5AFF}" dt="2026-03-12T17:50:13.448" v="16"/>
            <ac:spMkLst>
              <pc:docMk/>
              <pc:sldMasterMk cId="1715002690" sldId="2147483660"/>
              <pc:sldLayoutMk cId="2983350085" sldId="2147483675"/>
              <ac:spMk id="2" creationId="{00000000-0000-0000-0000-000000000000}"/>
            </ac:spMkLst>
          </pc:spChg>
          <pc:spChg chg="add del">
            <ac:chgData name="Galaxy Rawat" userId="c05adccde5d1af9d" providerId="LiveId" clId="{F9BEFFE2-5DF7-433F-BE56-1941873B5AFF}" dt="2026-03-12T17:50:13.448" v="16"/>
            <ac:spMkLst>
              <pc:docMk/>
              <pc:sldMasterMk cId="1715002690" sldId="2147483660"/>
              <pc:sldLayoutMk cId="2983350085" sldId="2147483675"/>
              <ac:spMk id="3" creationId="{00000000-0000-0000-0000-000000000000}"/>
            </ac:spMkLst>
          </pc:spChg>
          <pc:picChg chg="add del">
            <ac:chgData name="Galaxy Rawat" userId="c05adccde5d1af9d" providerId="LiveId" clId="{F9BEFFE2-5DF7-433F-BE56-1941873B5AFF}" dt="2026-03-12T17:50:13.448" v="16"/>
            <ac:picMkLst>
              <pc:docMk/>
              <pc:sldMasterMk cId="1715002690" sldId="2147483660"/>
              <pc:sldLayoutMk cId="2983350085" sldId="2147483675"/>
              <ac:picMk id="4" creationId="{00000000-0000-0000-0000-000000000000}"/>
            </ac:picMkLst>
          </pc:picChg>
        </pc:sldLayoutChg>
        <pc:sldLayoutChg chg="addSp delSp">
          <pc:chgData name="Galaxy Rawat" userId="c05adccde5d1af9d" providerId="LiveId" clId="{F9BEFFE2-5DF7-433F-BE56-1941873B5AFF}" dt="2026-03-12T17:50:13.448" v="16"/>
          <pc:sldLayoutMkLst>
            <pc:docMk/>
            <pc:sldMasterMk cId="1715002690" sldId="2147483660"/>
            <pc:sldLayoutMk cId="2454746884" sldId="2147483676"/>
          </pc:sldLayoutMkLst>
          <pc:spChg chg="add del">
            <ac:chgData name="Galaxy Rawat" userId="c05adccde5d1af9d" providerId="LiveId" clId="{F9BEFFE2-5DF7-433F-BE56-1941873B5AFF}" dt="2026-03-12T17:50:13.448" v="16"/>
            <ac:spMkLst>
              <pc:docMk/>
              <pc:sldMasterMk cId="1715002690" sldId="2147483660"/>
              <pc:sldLayoutMk cId="2454746884" sldId="2147483676"/>
              <ac:spMk id="2" creationId="{00000000-0000-0000-0000-000000000000}"/>
            </ac:spMkLst>
          </pc:spChg>
          <pc:spChg chg="add del">
            <ac:chgData name="Galaxy Rawat" userId="c05adccde5d1af9d" providerId="LiveId" clId="{F9BEFFE2-5DF7-433F-BE56-1941873B5AFF}" dt="2026-03-12T17:50:13.448" v="16"/>
            <ac:spMkLst>
              <pc:docMk/>
              <pc:sldMasterMk cId="1715002690" sldId="2147483660"/>
              <pc:sldLayoutMk cId="2454746884" sldId="2147483676"/>
              <ac:spMk id="3" creationId="{00000000-0000-0000-0000-000000000000}"/>
            </ac:spMkLst>
          </pc:spChg>
          <pc:picChg chg="add del">
            <ac:chgData name="Galaxy Rawat" userId="c05adccde5d1af9d" providerId="LiveId" clId="{F9BEFFE2-5DF7-433F-BE56-1941873B5AFF}" dt="2026-03-12T17:50:13.448" v="16"/>
            <ac:picMkLst>
              <pc:docMk/>
              <pc:sldMasterMk cId="1715002690" sldId="2147483660"/>
              <pc:sldLayoutMk cId="2454746884" sldId="2147483676"/>
              <ac:picMk id="4" creationId="{00000000-0000-0000-0000-000000000000}"/>
            </ac:picMkLst>
          </pc:picChg>
        </pc:sldLayoutChg>
        <pc:sldLayoutChg chg="addSp delSp">
          <pc:chgData name="Galaxy Rawat" userId="c05adccde5d1af9d" providerId="LiveId" clId="{F9BEFFE2-5DF7-433F-BE56-1941873B5AFF}" dt="2026-03-12T17:50:13.448" v="16"/>
          <pc:sldLayoutMkLst>
            <pc:docMk/>
            <pc:sldMasterMk cId="1715002690" sldId="2147483660"/>
            <pc:sldLayoutMk cId="3110601096" sldId="2147483677"/>
          </pc:sldLayoutMkLst>
          <pc:spChg chg="add del">
            <ac:chgData name="Galaxy Rawat" userId="c05adccde5d1af9d" providerId="LiveId" clId="{F9BEFFE2-5DF7-433F-BE56-1941873B5AFF}" dt="2026-03-12T17:50:13.448" v="16"/>
            <ac:spMkLst>
              <pc:docMk/>
              <pc:sldMasterMk cId="1715002690" sldId="2147483660"/>
              <pc:sldLayoutMk cId="3110601096" sldId="2147483677"/>
              <ac:spMk id="2" creationId="{00000000-0000-0000-0000-000000000000}"/>
            </ac:spMkLst>
          </pc:spChg>
          <pc:spChg chg="add del">
            <ac:chgData name="Galaxy Rawat" userId="c05adccde5d1af9d" providerId="LiveId" clId="{F9BEFFE2-5DF7-433F-BE56-1941873B5AFF}" dt="2026-03-12T17:50:13.448" v="16"/>
            <ac:spMkLst>
              <pc:docMk/>
              <pc:sldMasterMk cId="1715002690" sldId="2147483660"/>
              <pc:sldLayoutMk cId="3110601096" sldId="2147483677"/>
              <ac:spMk id="3" creationId="{00000000-0000-0000-0000-000000000000}"/>
            </ac:spMkLst>
          </pc:spChg>
          <pc:picChg chg="add del">
            <ac:chgData name="Galaxy Rawat" userId="c05adccde5d1af9d" providerId="LiveId" clId="{F9BEFFE2-5DF7-433F-BE56-1941873B5AFF}" dt="2026-03-12T17:50:13.448" v="16"/>
            <ac:picMkLst>
              <pc:docMk/>
              <pc:sldMasterMk cId="1715002690" sldId="2147483660"/>
              <pc:sldLayoutMk cId="3110601096" sldId="2147483677"/>
              <ac:picMk id="4" creationId="{00000000-0000-0000-0000-000000000000}"/>
            </ac:picMkLst>
          </pc:picChg>
        </pc:sldLayoutChg>
        <pc:sldLayoutChg chg="addSp delSp">
          <pc:chgData name="Galaxy Rawat" userId="c05adccde5d1af9d" providerId="LiveId" clId="{F9BEFFE2-5DF7-433F-BE56-1941873B5AFF}" dt="2026-03-12T17:50:13.448" v="16"/>
          <pc:sldLayoutMkLst>
            <pc:docMk/>
            <pc:sldMasterMk cId="1715002690" sldId="2147483660"/>
            <pc:sldLayoutMk cId="3468837609" sldId="2147483678"/>
          </pc:sldLayoutMkLst>
          <pc:spChg chg="add del">
            <ac:chgData name="Galaxy Rawat" userId="c05adccde5d1af9d" providerId="LiveId" clId="{F9BEFFE2-5DF7-433F-BE56-1941873B5AFF}" dt="2026-03-12T17:50:13.448" v="16"/>
            <ac:spMkLst>
              <pc:docMk/>
              <pc:sldMasterMk cId="1715002690" sldId="2147483660"/>
              <pc:sldLayoutMk cId="3468837609" sldId="2147483678"/>
              <ac:spMk id="2" creationId="{00000000-0000-0000-0000-000000000000}"/>
            </ac:spMkLst>
          </pc:spChg>
          <pc:spChg chg="add del">
            <ac:chgData name="Galaxy Rawat" userId="c05adccde5d1af9d" providerId="LiveId" clId="{F9BEFFE2-5DF7-433F-BE56-1941873B5AFF}" dt="2026-03-12T17:50:13.448" v="16"/>
            <ac:spMkLst>
              <pc:docMk/>
              <pc:sldMasterMk cId="1715002690" sldId="2147483660"/>
              <pc:sldLayoutMk cId="3468837609" sldId="2147483678"/>
              <ac:spMk id="3" creationId="{00000000-0000-0000-0000-000000000000}"/>
            </ac:spMkLst>
          </pc:spChg>
          <pc:picChg chg="add del">
            <ac:chgData name="Galaxy Rawat" userId="c05adccde5d1af9d" providerId="LiveId" clId="{F9BEFFE2-5DF7-433F-BE56-1941873B5AFF}" dt="2026-03-12T17:50:13.448" v="16"/>
            <ac:picMkLst>
              <pc:docMk/>
              <pc:sldMasterMk cId="1715002690" sldId="2147483660"/>
              <pc:sldLayoutMk cId="3468837609" sldId="2147483678"/>
              <ac:picMk id="4" creationId="{00000000-0000-0000-0000-000000000000}"/>
            </ac:picMkLst>
          </pc:picChg>
        </pc:sldLayoutChg>
        <pc:sldLayoutChg chg="addSp delSp">
          <pc:chgData name="Galaxy Rawat" userId="c05adccde5d1af9d" providerId="LiveId" clId="{F9BEFFE2-5DF7-433F-BE56-1941873B5AFF}" dt="2026-03-12T17:50:13.448" v="16"/>
          <pc:sldLayoutMkLst>
            <pc:docMk/>
            <pc:sldMasterMk cId="1715002690" sldId="2147483660"/>
            <pc:sldLayoutMk cId="2464524623" sldId="2147483679"/>
          </pc:sldLayoutMkLst>
          <pc:spChg chg="add del">
            <ac:chgData name="Galaxy Rawat" userId="c05adccde5d1af9d" providerId="LiveId" clId="{F9BEFFE2-5DF7-433F-BE56-1941873B5AFF}" dt="2026-03-12T17:50:13.448" v="16"/>
            <ac:spMkLst>
              <pc:docMk/>
              <pc:sldMasterMk cId="1715002690" sldId="2147483660"/>
              <pc:sldLayoutMk cId="2464524623" sldId="2147483679"/>
              <ac:spMk id="2" creationId="{00000000-0000-0000-0000-000000000000}"/>
            </ac:spMkLst>
          </pc:spChg>
          <pc:spChg chg="add del">
            <ac:chgData name="Galaxy Rawat" userId="c05adccde5d1af9d" providerId="LiveId" clId="{F9BEFFE2-5DF7-433F-BE56-1941873B5AFF}" dt="2026-03-12T17:50:13.448" v="16"/>
            <ac:spMkLst>
              <pc:docMk/>
              <pc:sldMasterMk cId="1715002690" sldId="2147483660"/>
              <pc:sldLayoutMk cId="2464524623" sldId="2147483679"/>
              <ac:spMk id="3" creationId="{00000000-0000-0000-0000-000000000000}"/>
            </ac:spMkLst>
          </pc:spChg>
          <pc:picChg chg="add del">
            <ac:chgData name="Galaxy Rawat" userId="c05adccde5d1af9d" providerId="LiveId" clId="{F9BEFFE2-5DF7-433F-BE56-1941873B5AFF}" dt="2026-03-12T17:50:13.448" v="16"/>
            <ac:picMkLst>
              <pc:docMk/>
              <pc:sldMasterMk cId="1715002690" sldId="2147483660"/>
              <pc:sldLayoutMk cId="2464524623" sldId="2147483679"/>
              <ac:picMk id="4" creationId="{00000000-0000-0000-0000-000000000000}"/>
            </ac:picMkLst>
          </pc:picChg>
        </pc:sldLayoutChg>
        <pc:sldLayoutChg chg="addSp delSp">
          <pc:chgData name="Galaxy Rawat" userId="c05adccde5d1af9d" providerId="LiveId" clId="{F9BEFFE2-5DF7-433F-BE56-1941873B5AFF}" dt="2026-03-12T17:50:13.448" v="16"/>
          <pc:sldLayoutMkLst>
            <pc:docMk/>
            <pc:sldMasterMk cId="1715002690" sldId="2147483660"/>
            <pc:sldLayoutMk cId="3090985752" sldId="2147483680"/>
          </pc:sldLayoutMkLst>
          <pc:spChg chg="add del">
            <ac:chgData name="Galaxy Rawat" userId="c05adccde5d1af9d" providerId="LiveId" clId="{F9BEFFE2-5DF7-433F-BE56-1941873B5AFF}" dt="2026-03-12T17:50:13.448" v="16"/>
            <ac:spMkLst>
              <pc:docMk/>
              <pc:sldMasterMk cId="1715002690" sldId="2147483660"/>
              <pc:sldLayoutMk cId="3090985752" sldId="2147483680"/>
              <ac:spMk id="2" creationId="{00000000-0000-0000-0000-000000000000}"/>
            </ac:spMkLst>
          </pc:spChg>
          <pc:spChg chg="add del">
            <ac:chgData name="Galaxy Rawat" userId="c05adccde5d1af9d" providerId="LiveId" clId="{F9BEFFE2-5DF7-433F-BE56-1941873B5AFF}" dt="2026-03-12T17:50:13.448" v="16"/>
            <ac:spMkLst>
              <pc:docMk/>
              <pc:sldMasterMk cId="1715002690" sldId="2147483660"/>
              <pc:sldLayoutMk cId="3090985752" sldId="2147483680"/>
              <ac:spMk id="3" creationId="{00000000-0000-0000-0000-000000000000}"/>
            </ac:spMkLst>
          </pc:spChg>
          <pc:picChg chg="add del">
            <ac:chgData name="Galaxy Rawat" userId="c05adccde5d1af9d" providerId="LiveId" clId="{F9BEFFE2-5DF7-433F-BE56-1941873B5AFF}" dt="2026-03-12T17:50:13.448" v="16"/>
            <ac:picMkLst>
              <pc:docMk/>
              <pc:sldMasterMk cId="1715002690" sldId="2147483660"/>
              <pc:sldLayoutMk cId="3090985752" sldId="2147483680"/>
              <ac:picMk id="4" creationId="{00000000-0000-0000-0000-000000000000}"/>
            </ac:picMkLst>
          </pc:picChg>
        </pc:sldLayoutChg>
        <pc:sldLayoutChg chg="addSp delSp">
          <pc:chgData name="Galaxy Rawat" userId="c05adccde5d1af9d" providerId="LiveId" clId="{F9BEFFE2-5DF7-433F-BE56-1941873B5AFF}" dt="2026-03-12T17:50:13.448" v="16"/>
          <pc:sldLayoutMkLst>
            <pc:docMk/>
            <pc:sldMasterMk cId="1715002690" sldId="2147483660"/>
            <pc:sldLayoutMk cId="3322546258" sldId="2147483681"/>
          </pc:sldLayoutMkLst>
          <pc:spChg chg="add del">
            <ac:chgData name="Galaxy Rawat" userId="c05adccde5d1af9d" providerId="LiveId" clId="{F9BEFFE2-5DF7-433F-BE56-1941873B5AFF}" dt="2026-03-12T17:50:13.448" v="16"/>
            <ac:spMkLst>
              <pc:docMk/>
              <pc:sldMasterMk cId="1715002690" sldId="2147483660"/>
              <pc:sldLayoutMk cId="3322546258" sldId="2147483681"/>
              <ac:spMk id="2" creationId="{00000000-0000-0000-0000-000000000000}"/>
            </ac:spMkLst>
          </pc:spChg>
          <pc:spChg chg="add del">
            <ac:chgData name="Galaxy Rawat" userId="c05adccde5d1af9d" providerId="LiveId" clId="{F9BEFFE2-5DF7-433F-BE56-1941873B5AFF}" dt="2026-03-12T17:50:13.448" v="16"/>
            <ac:spMkLst>
              <pc:docMk/>
              <pc:sldMasterMk cId="1715002690" sldId="2147483660"/>
              <pc:sldLayoutMk cId="3322546258" sldId="2147483681"/>
              <ac:spMk id="3" creationId="{00000000-0000-0000-0000-000000000000}"/>
            </ac:spMkLst>
          </pc:spChg>
          <pc:picChg chg="add del">
            <ac:chgData name="Galaxy Rawat" userId="c05adccde5d1af9d" providerId="LiveId" clId="{F9BEFFE2-5DF7-433F-BE56-1941873B5AFF}" dt="2026-03-12T17:50:13.448" v="16"/>
            <ac:picMkLst>
              <pc:docMk/>
              <pc:sldMasterMk cId="1715002690" sldId="2147483660"/>
              <pc:sldLayoutMk cId="3322546258" sldId="2147483681"/>
              <ac:picMk id="4" creationId="{00000000-0000-0000-0000-000000000000}"/>
            </ac:picMkLst>
          </pc:picChg>
        </pc:sldLayoutChg>
      </pc:sldMasterChg>
      <pc:sldMasterChg chg="modSldLayout">
        <pc:chgData name="Galaxy Rawat" userId="c05adccde5d1af9d" providerId="LiveId" clId="{F9BEFFE2-5DF7-433F-BE56-1941873B5AFF}" dt="2026-03-12T17:50:20.263" v="17"/>
        <pc:sldMasterMkLst>
          <pc:docMk/>
          <pc:sldMasterMk cId="1838369032" sldId="2147483660"/>
        </pc:sldMasterMkLst>
        <pc:sldLayoutChg chg="delSp">
          <pc:chgData name="Galaxy Rawat" userId="c05adccde5d1af9d" providerId="LiveId" clId="{F9BEFFE2-5DF7-433F-BE56-1941873B5AFF}" dt="2026-03-12T17:50:20.263" v="17"/>
          <pc:sldLayoutMkLst>
            <pc:docMk/>
            <pc:sldMasterMk cId="1838369032" sldId="2147483660"/>
            <pc:sldLayoutMk cId="2567925842" sldId="2147483677"/>
          </pc:sldLayoutMkLst>
          <pc:spChg chg="del">
            <ac:chgData name="Galaxy Rawat" userId="c05adccde5d1af9d" providerId="LiveId" clId="{F9BEFFE2-5DF7-433F-BE56-1941873B5AFF}" dt="2026-03-12T17:50:20.263" v="17"/>
            <ac:spMkLst>
              <pc:docMk/>
              <pc:sldMasterMk cId="1838369032" sldId="2147483660"/>
              <pc:sldLayoutMk cId="2567925842" sldId="2147483677"/>
              <ac:spMk id="2" creationId="{00000000-0000-0000-0000-000000000000}"/>
            </ac:spMkLst>
          </pc:spChg>
          <pc:spChg chg="del">
            <ac:chgData name="Galaxy Rawat" userId="c05adccde5d1af9d" providerId="LiveId" clId="{F9BEFFE2-5DF7-433F-BE56-1941873B5AFF}" dt="2026-03-12T17:50:20.263" v="17"/>
            <ac:spMkLst>
              <pc:docMk/>
              <pc:sldMasterMk cId="1838369032" sldId="2147483660"/>
              <pc:sldLayoutMk cId="2567925842" sldId="2147483677"/>
              <ac:spMk id="3" creationId="{00000000-0000-0000-0000-000000000000}"/>
            </ac:spMkLst>
          </pc:spChg>
          <pc:picChg chg="del">
            <ac:chgData name="Galaxy Rawat" userId="c05adccde5d1af9d" providerId="LiveId" clId="{F9BEFFE2-5DF7-433F-BE56-1941873B5AFF}" dt="2026-03-12T17:50:20.263" v="17"/>
            <ac:picMkLst>
              <pc:docMk/>
              <pc:sldMasterMk cId="1838369032" sldId="2147483660"/>
              <pc:sldLayoutMk cId="2567925842" sldId="2147483677"/>
              <ac:picMk id="4" creationId="{00000000-0000-0000-0000-000000000000}"/>
            </ac:picMkLst>
          </pc:picChg>
        </pc:sldLayoutChg>
        <pc:sldLayoutChg chg="delSp">
          <pc:chgData name="Galaxy Rawat" userId="c05adccde5d1af9d" providerId="LiveId" clId="{F9BEFFE2-5DF7-433F-BE56-1941873B5AFF}" dt="2026-03-12T17:50:20.263" v="17"/>
          <pc:sldLayoutMkLst>
            <pc:docMk/>
            <pc:sldMasterMk cId="1838369032" sldId="2147483660"/>
            <pc:sldLayoutMk cId="2989040742" sldId="2147483678"/>
          </pc:sldLayoutMkLst>
          <pc:spChg chg="del">
            <ac:chgData name="Galaxy Rawat" userId="c05adccde5d1af9d" providerId="LiveId" clId="{F9BEFFE2-5DF7-433F-BE56-1941873B5AFF}" dt="2026-03-12T17:50:20.263" v="17"/>
            <ac:spMkLst>
              <pc:docMk/>
              <pc:sldMasterMk cId="1838369032" sldId="2147483660"/>
              <pc:sldLayoutMk cId="2989040742" sldId="2147483678"/>
              <ac:spMk id="2" creationId="{00000000-0000-0000-0000-000000000000}"/>
            </ac:spMkLst>
          </pc:spChg>
          <pc:spChg chg="del">
            <ac:chgData name="Galaxy Rawat" userId="c05adccde5d1af9d" providerId="LiveId" clId="{F9BEFFE2-5DF7-433F-BE56-1941873B5AFF}" dt="2026-03-12T17:50:20.263" v="17"/>
            <ac:spMkLst>
              <pc:docMk/>
              <pc:sldMasterMk cId="1838369032" sldId="2147483660"/>
              <pc:sldLayoutMk cId="2989040742" sldId="2147483678"/>
              <ac:spMk id="3" creationId="{00000000-0000-0000-0000-000000000000}"/>
            </ac:spMkLst>
          </pc:spChg>
          <pc:picChg chg="del">
            <ac:chgData name="Galaxy Rawat" userId="c05adccde5d1af9d" providerId="LiveId" clId="{F9BEFFE2-5DF7-433F-BE56-1941873B5AFF}" dt="2026-03-12T17:50:20.263" v="17"/>
            <ac:picMkLst>
              <pc:docMk/>
              <pc:sldMasterMk cId="1838369032" sldId="2147483660"/>
              <pc:sldLayoutMk cId="2989040742" sldId="2147483678"/>
              <ac:picMk id="4" creationId="{00000000-0000-0000-0000-000000000000}"/>
            </ac:picMkLst>
          </pc:picChg>
        </pc:sldLayoutChg>
        <pc:sldLayoutChg chg="delSp">
          <pc:chgData name="Galaxy Rawat" userId="c05adccde5d1af9d" providerId="LiveId" clId="{F9BEFFE2-5DF7-433F-BE56-1941873B5AFF}" dt="2026-03-12T17:50:20.263" v="17"/>
          <pc:sldLayoutMkLst>
            <pc:docMk/>
            <pc:sldMasterMk cId="1838369032" sldId="2147483660"/>
            <pc:sldLayoutMk cId="2569459845" sldId="2147483679"/>
          </pc:sldLayoutMkLst>
          <pc:spChg chg="del">
            <ac:chgData name="Galaxy Rawat" userId="c05adccde5d1af9d" providerId="LiveId" clId="{F9BEFFE2-5DF7-433F-BE56-1941873B5AFF}" dt="2026-03-12T17:50:20.263" v="17"/>
            <ac:spMkLst>
              <pc:docMk/>
              <pc:sldMasterMk cId="1838369032" sldId="2147483660"/>
              <pc:sldLayoutMk cId="2569459845" sldId="2147483679"/>
              <ac:spMk id="2" creationId="{00000000-0000-0000-0000-000000000000}"/>
            </ac:spMkLst>
          </pc:spChg>
          <pc:spChg chg="del">
            <ac:chgData name="Galaxy Rawat" userId="c05adccde5d1af9d" providerId="LiveId" clId="{F9BEFFE2-5DF7-433F-BE56-1941873B5AFF}" dt="2026-03-12T17:50:20.263" v="17"/>
            <ac:spMkLst>
              <pc:docMk/>
              <pc:sldMasterMk cId="1838369032" sldId="2147483660"/>
              <pc:sldLayoutMk cId="2569459845" sldId="2147483679"/>
              <ac:spMk id="3" creationId="{00000000-0000-0000-0000-000000000000}"/>
            </ac:spMkLst>
          </pc:spChg>
          <pc:picChg chg="del">
            <ac:chgData name="Galaxy Rawat" userId="c05adccde5d1af9d" providerId="LiveId" clId="{F9BEFFE2-5DF7-433F-BE56-1941873B5AFF}" dt="2026-03-12T17:50:20.263" v="17"/>
            <ac:picMkLst>
              <pc:docMk/>
              <pc:sldMasterMk cId="1838369032" sldId="2147483660"/>
              <pc:sldLayoutMk cId="2569459845" sldId="2147483679"/>
              <ac:picMk id="4" creationId="{00000000-0000-0000-0000-000000000000}"/>
            </ac:picMkLst>
          </pc:picChg>
        </pc:sldLayoutChg>
        <pc:sldLayoutChg chg="delSp">
          <pc:chgData name="Galaxy Rawat" userId="c05adccde5d1af9d" providerId="LiveId" clId="{F9BEFFE2-5DF7-433F-BE56-1941873B5AFF}" dt="2026-03-12T17:50:20.263" v="17"/>
          <pc:sldLayoutMkLst>
            <pc:docMk/>
            <pc:sldMasterMk cId="1838369032" sldId="2147483660"/>
            <pc:sldLayoutMk cId="3750868459" sldId="2147483680"/>
          </pc:sldLayoutMkLst>
          <pc:spChg chg="del">
            <ac:chgData name="Galaxy Rawat" userId="c05adccde5d1af9d" providerId="LiveId" clId="{F9BEFFE2-5DF7-433F-BE56-1941873B5AFF}" dt="2026-03-12T17:50:20.263" v="17"/>
            <ac:spMkLst>
              <pc:docMk/>
              <pc:sldMasterMk cId="1838369032" sldId="2147483660"/>
              <pc:sldLayoutMk cId="3750868459" sldId="2147483680"/>
              <ac:spMk id="2" creationId="{00000000-0000-0000-0000-000000000000}"/>
            </ac:spMkLst>
          </pc:spChg>
          <pc:spChg chg="del">
            <ac:chgData name="Galaxy Rawat" userId="c05adccde5d1af9d" providerId="LiveId" clId="{F9BEFFE2-5DF7-433F-BE56-1941873B5AFF}" dt="2026-03-12T17:50:20.263" v="17"/>
            <ac:spMkLst>
              <pc:docMk/>
              <pc:sldMasterMk cId="1838369032" sldId="2147483660"/>
              <pc:sldLayoutMk cId="3750868459" sldId="2147483680"/>
              <ac:spMk id="3" creationId="{00000000-0000-0000-0000-000000000000}"/>
            </ac:spMkLst>
          </pc:spChg>
          <pc:picChg chg="del">
            <ac:chgData name="Galaxy Rawat" userId="c05adccde5d1af9d" providerId="LiveId" clId="{F9BEFFE2-5DF7-433F-BE56-1941873B5AFF}" dt="2026-03-12T17:50:20.263" v="17"/>
            <ac:picMkLst>
              <pc:docMk/>
              <pc:sldMasterMk cId="1838369032" sldId="2147483660"/>
              <pc:sldLayoutMk cId="3750868459" sldId="2147483680"/>
              <ac:picMk id="4" creationId="{00000000-0000-0000-0000-000000000000}"/>
            </ac:picMkLst>
          </pc:picChg>
        </pc:sldLayoutChg>
        <pc:sldLayoutChg chg="delSp">
          <pc:chgData name="Galaxy Rawat" userId="c05adccde5d1af9d" providerId="LiveId" clId="{F9BEFFE2-5DF7-433F-BE56-1941873B5AFF}" dt="2026-03-12T17:50:20.263" v="17"/>
          <pc:sldLayoutMkLst>
            <pc:docMk/>
            <pc:sldMasterMk cId="1838369032" sldId="2147483660"/>
            <pc:sldLayoutMk cId="3661034413" sldId="2147483681"/>
          </pc:sldLayoutMkLst>
          <pc:spChg chg="del">
            <ac:chgData name="Galaxy Rawat" userId="c05adccde5d1af9d" providerId="LiveId" clId="{F9BEFFE2-5DF7-433F-BE56-1941873B5AFF}" dt="2026-03-12T17:50:20.263" v="17"/>
            <ac:spMkLst>
              <pc:docMk/>
              <pc:sldMasterMk cId="1838369032" sldId="2147483660"/>
              <pc:sldLayoutMk cId="3661034413" sldId="2147483681"/>
              <ac:spMk id="2" creationId="{00000000-0000-0000-0000-000000000000}"/>
            </ac:spMkLst>
          </pc:spChg>
          <pc:spChg chg="del">
            <ac:chgData name="Galaxy Rawat" userId="c05adccde5d1af9d" providerId="LiveId" clId="{F9BEFFE2-5DF7-433F-BE56-1941873B5AFF}" dt="2026-03-12T17:50:20.263" v="17"/>
            <ac:spMkLst>
              <pc:docMk/>
              <pc:sldMasterMk cId="1838369032" sldId="2147483660"/>
              <pc:sldLayoutMk cId="3661034413" sldId="2147483681"/>
              <ac:spMk id="3" creationId="{00000000-0000-0000-0000-000000000000}"/>
            </ac:spMkLst>
          </pc:spChg>
          <pc:picChg chg="del">
            <ac:chgData name="Galaxy Rawat" userId="c05adccde5d1af9d" providerId="LiveId" clId="{F9BEFFE2-5DF7-433F-BE56-1941873B5AFF}" dt="2026-03-12T17:50:20.263" v="17"/>
            <ac:picMkLst>
              <pc:docMk/>
              <pc:sldMasterMk cId="1838369032" sldId="2147483660"/>
              <pc:sldLayoutMk cId="3661034413" sldId="2147483681"/>
              <ac:picMk id="4" creationId="{00000000-0000-0000-0000-000000000000}"/>
            </ac:picMkLst>
          </pc:picChg>
        </pc:sldLayoutChg>
        <pc:sldLayoutChg chg="delSp">
          <pc:chgData name="Galaxy Rawat" userId="c05adccde5d1af9d" providerId="LiveId" clId="{F9BEFFE2-5DF7-433F-BE56-1941873B5AFF}" dt="2026-03-12T17:50:20.263" v="17"/>
          <pc:sldLayoutMkLst>
            <pc:docMk/>
            <pc:sldMasterMk cId="1838369032" sldId="2147483660"/>
            <pc:sldLayoutMk cId="1359709716" sldId="2147483682"/>
          </pc:sldLayoutMkLst>
          <pc:spChg chg="del">
            <ac:chgData name="Galaxy Rawat" userId="c05adccde5d1af9d" providerId="LiveId" clId="{F9BEFFE2-5DF7-433F-BE56-1941873B5AFF}" dt="2026-03-12T17:50:20.263" v="17"/>
            <ac:spMkLst>
              <pc:docMk/>
              <pc:sldMasterMk cId="1838369032" sldId="2147483660"/>
              <pc:sldLayoutMk cId="1359709716" sldId="2147483682"/>
              <ac:spMk id="2" creationId="{00000000-0000-0000-0000-000000000000}"/>
            </ac:spMkLst>
          </pc:spChg>
          <pc:spChg chg="del">
            <ac:chgData name="Galaxy Rawat" userId="c05adccde5d1af9d" providerId="LiveId" clId="{F9BEFFE2-5DF7-433F-BE56-1941873B5AFF}" dt="2026-03-12T17:50:20.263" v="17"/>
            <ac:spMkLst>
              <pc:docMk/>
              <pc:sldMasterMk cId="1838369032" sldId="2147483660"/>
              <pc:sldLayoutMk cId="1359709716" sldId="2147483682"/>
              <ac:spMk id="3" creationId="{00000000-0000-0000-0000-000000000000}"/>
            </ac:spMkLst>
          </pc:spChg>
          <pc:picChg chg="del">
            <ac:chgData name="Galaxy Rawat" userId="c05adccde5d1af9d" providerId="LiveId" clId="{F9BEFFE2-5DF7-433F-BE56-1941873B5AFF}" dt="2026-03-12T17:50:20.263" v="17"/>
            <ac:picMkLst>
              <pc:docMk/>
              <pc:sldMasterMk cId="1838369032" sldId="2147483660"/>
              <pc:sldLayoutMk cId="1359709716" sldId="2147483682"/>
              <ac:picMk id="4" creationId="{00000000-0000-0000-0000-000000000000}"/>
            </ac:picMkLst>
          </pc:picChg>
        </pc:sldLayoutChg>
        <pc:sldLayoutChg chg="delSp">
          <pc:chgData name="Galaxy Rawat" userId="c05adccde5d1af9d" providerId="LiveId" clId="{F9BEFFE2-5DF7-433F-BE56-1941873B5AFF}" dt="2026-03-12T17:50:20.263" v="17"/>
          <pc:sldLayoutMkLst>
            <pc:docMk/>
            <pc:sldMasterMk cId="1838369032" sldId="2147483660"/>
            <pc:sldLayoutMk cId="3007300596" sldId="2147483683"/>
          </pc:sldLayoutMkLst>
          <pc:spChg chg="del">
            <ac:chgData name="Galaxy Rawat" userId="c05adccde5d1af9d" providerId="LiveId" clId="{F9BEFFE2-5DF7-433F-BE56-1941873B5AFF}" dt="2026-03-12T17:50:20.263" v="17"/>
            <ac:spMkLst>
              <pc:docMk/>
              <pc:sldMasterMk cId="1838369032" sldId="2147483660"/>
              <pc:sldLayoutMk cId="3007300596" sldId="2147483683"/>
              <ac:spMk id="2" creationId="{00000000-0000-0000-0000-000000000000}"/>
            </ac:spMkLst>
          </pc:spChg>
          <pc:spChg chg="del">
            <ac:chgData name="Galaxy Rawat" userId="c05adccde5d1af9d" providerId="LiveId" clId="{F9BEFFE2-5DF7-433F-BE56-1941873B5AFF}" dt="2026-03-12T17:50:20.263" v="17"/>
            <ac:spMkLst>
              <pc:docMk/>
              <pc:sldMasterMk cId="1838369032" sldId="2147483660"/>
              <pc:sldLayoutMk cId="3007300596" sldId="2147483683"/>
              <ac:spMk id="3" creationId="{00000000-0000-0000-0000-000000000000}"/>
            </ac:spMkLst>
          </pc:spChg>
          <pc:picChg chg="del">
            <ac:chgData name="Galaxy Rawat" userId="c05adccde5d1af9d" providerId="LiveId" clId="{F9BEFFE2-5DF7-433F-BE56-1941873B5AFF}" dt="2026-03-12T17:50:20.263" v="17"/>
            <ac:picMkLst>
              <pc:docMk/>
              <pc:sldMasterMk cId="1838369032" sldId="2147483660"/>
              <pc:sldLayoutMk cId="3007300596" sldId="2147483683"/>
              <ac:picMk id="4" creationId="{00000000-0000-0000-0000-000000000000}"/>
            </ac:picMkLst>
          </pc:picChg>
        </pc:sldLayoutChg>
        <pc:sldLayoutChg chg="delSp">
          <pc:chgData name="Galaxy Rawat" userId="c05adccde5d1af9d" providerId="LiveId" clId="{F9BEFFE2-5DF7-433F-BE56-1941873B5AFF}" dt="2026-03-12T17:50:20.263" v="17"/>
          <pc:sldLayoutMkLst>
            <pc:docMk/>
            <pc:sldMasterMk cId="1838369032" sldId="2147483660"/>
            <pc:sldLayoutMk cId="357306188" sldId="2147483684"/>
          </pc:sldLayoutMkLst>
          <pc:spChg chg="del">
            <ac:chgData name="Galaxy Rawat" userId="c05adccde5d1af9d" providerId="LiveId" clId="{F9BEFFE2-5DF7-433F-BE56-1941873B5AFF}" dt="2026-03-12T17:50:20.263" v="17"/>
            <ac:spMkLst>
              <pc:docMk/>
              <pc:sldMasterMk cId="1838369032" sldId="2147483660"/>
              <pc:sldLayoutMk cId="357306188" sldId="2147483684"/>
              <ac:spMk id="2" creationId="{00000000-0000-0000-0000-000000000000}"/>
            </ac:spMkLst>
          </pc:spChg>
          <pc:spChg chg="del">
            <ac:chgData name="Galaxy Rawat" userId="c05adccde5d1af9d" providerId="LiveId" clId="{F9BEFFE2-5DF7-433F-BE56-1941873B5AFF}" dt="2026-03-12T17:50:20.263" v="17"/>
            <ac:spMkLst>
              <pc:docMk/>
              <pc:sldMasterMk cId="1838369032" sldId="2147483660"/>
              <pc:sldLayoutMk cId="357306188" sldId="2147483684"/>
              <ac:spMk id="3" creationId="{00000000-0000-0000-0000-000000000000}"/>
            </ac:spMkLst>
          </pc:spChg>
          <pc:picChg chg="del">
            <ac:chgData name="Galaxy Rawat" userId="c05adccde5d1af9d" providerId="LiveId" clId="{F9BEFFE2-5DF7-433F-BE56-1941873B5AFF}" dt="2026-03-12T17:50:20.263" v="17"/>
            <ac:picMkLst>
              <pc:docMk/>
              <pc:sldMasterMk cId="1838369032" sldId="2147483660"/>
              <pc:sldLayoutMk cId="357306188" sldId="2147483684"/>
              <ac:picMk id="4" creationId="{00000000-0000-0000-0000-000000000000}"/>
            </ac:picMkLst>
          </pc:picChg>
        </pc:sldLayoutChg>
        <pc:sldLayoutChg chg="delSp">
          <pc:chgData name="Galaxy Rawat" userId="c05adccde5d1af9d" providerId="LiveId" clId="{F9BEFFE2-5DF7-433F-BE56-1941873B5AFF}" dt="2026-03-12T17:50:20.263" v="17"/>
          <pc:sldLayoutMkLst>
            <pc:docMk/>
            <pc:sldMasterMk cId="1838369032" sldId="2147483660"/>
            <pc:sldLayoutMk cId="780234138" sldId="2147483685"/>
          </pc:sldLayoutMkLst>
          <pc:spChg chg="del">
            <ac:chgData name="Galaxy Rawat" userId="c05adccde5d1af9d" providerId="LiveId" clId="{F9BEFFE2-5DF7-433F-BE56-1941873B5AFF}" dt="2026-03-12T17:50:20.263" v="17"/>
            <ac:spMkLst>
              <pc:docMk/>
              <pc:sldMasterMk cId="1838369032" sldId="2147483660"/>
              <pc:sldLayoutMk cId="780234138" sldId="2147483685"/>
              <ac:spMk id="2" creationId="{00000000-0000-0000-0000-000000000000}"/>
            </ac:spMkLst>
          </pc:spChg>
          <pc:spChg chg="del">
            <ac:chgData name="Galaxy Rawat" userId="c05adccde5d1af9d" providerId="LiveId" clId="{F9BEFFE2-5DF7-433F-BE56-1941873B5AFF}" dt="2026-03-12T17:50:20.263" v="17"/>
            <ac:spMkLst>
              <pc:docMk/>
              <pc:sldMasterMk cId="1838369032" sldId="2147483660"/>
              <pc:sldLayoutMk cId="780234138" sldId="2147483685"/>
              <ac:spMk id="3" creationId="{00000000-0000-0000-0000-000000000000}"/>
            </ac:spMkLst>
          </pc:spChg>
          <pc:picChg chg="del">
            <ac:chgData name="Galaxy Rawat" userId="c05adccde5d1af9d" providerId="LiveId" clId="{F9BEFFE2-5DF7-433F-BE56-1941873B5AFF}" dt="2026-03-12T17:50:20.263" v="17"/>
            <ac:picMkLst>
              <pc:docMk/>
              <pc:sldMasterMk cId="1838369032" sldId="2147483660"/>
              <pc:sldLayoutMk cId="780234138" sldId="2147483685"/>
              <ac:picMk id="4" creationId="{00000000-0000-0000-0000-000000000000}"/>
            </ac:picMkLst>
          </pc:picChg>
        </pc:sldLayoutChg>
        <pc:sldLayoutChg chg="delSp">
          <pc:chgData name="Galaxy Rawat" userId="c05adccde5d1af9d" providerId="LiveId" clId="{F9BEFFE2-5DF7-433F-BE56-1941873B5AFF}" dt="2026-03-12T17:50:20.263" v="17"/>
          <pc:sldLayoutMkLst>
            <pc:docMk/>
            <pc:sldMasterMk cId="1838369032" sldId="2147483660"/>
            <pc:sldLayoutMk cId="2595398461" sldId="2147483686"/>
          </pc:sldLayoutMkLst>
          <pc:spChg chg="del">
            <ac:chgData name="Galaxy Rawat" userId="c05adccde5d1af9d" providerId="LiveId" clId="{F9BEFFE2-5DF7-433F-BE56-1941873B5AFF}" dt="2026-03-12T17:50:20.263" v="17"/>
            <ac:spMkLst>
              <pc:docMk/>
              <pc:sldMasterMk cId="1838369032" sldId="2147483660"/>
              <pc:sldLayoutMk cId="2595398461" sldId="2147483686"/>
              <ac:spMk id="2" creationId="{00000000-0000-0000-0000-000000000000}"/>
            </ac:spMkLst>
          </pc:spChg>
          <pc:spChg chg="del">
            <ac:chgData name="Galaxy Rawat" userId="c05adccde5d1af9d" providerId="LiveId" clId="{F9BEFFE2-5DF7-433F-BE56-1941873B5AFF}" dt="2026-03-12T17:50:20.263" v="17"/>
            <ac:spMkLst>
              <pc:docMk/>
              <pc:sldMasterMk cId="1838369032" sldId="2147483660"/>
              <pc:sldLayoutMk cId="2595398461" sldId="2147483686"/>
              <ac:spMk id="3" creationId="{00000000-0000-0000-0000-000000000000}"/>
            </ac:spMkLst>
          </pc:spChg>
          <pc:picChg chg="del">
            <ac:chgData name="Galaxy Rawat" userId="c05adccde5d1af9d" providerId="LiveId" clId="{F9BEFFE2-5DF7-433F-BE56-1941873B5AFF}" dt="2026-03-12T17:50:20.263" v="17"/>
            <ac:picMkLst>
              <pc:docMk/>
              <pc:sldMasterMk cId="1838369032" sldId="2147483660"/>
              <pc:sldLayoutMk cId="2595398461" sldId="2147483686"/>
              <ac:picMk id="4"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0072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10160"/>
            <a:ext cx="14630400" cy="8239760"/>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808481" y="2885441"/>
            <a:ext cx="9320323" cy="1975562"/>
          </a:xfrm>
        </p:spPr>
        <p:txBody>
          <a:bodyPr anchor="b">
            <a:noAutofit/>
          </a:bodyPr>
          <a:lstStyle>
            <a:lvl1pPr algn="r">
              <a:defRPr sz="648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808481" y="4861000"/>
            <a:ext cx="9320323" cy="1316279"/>
          </a:xfrm>
        </p:spPr>
        <p:txBody>
          <a:bodyPr anchor="t"/>
          <a:lstStyle>
            <a:lvl1pPr marL="0" indent="0" algn="r">
              <a:buNone/>
              <a:defRPr>
                <a:solidFill>
                  <a:schemeClr val="tx1">
                    <a:lumMod val="50000"/>
                    <a:lumOff val="50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3836481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242820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2" y="3241041"/>
            <a:ext cx="10316002" cy="2191897"/>
          </a:xfrm>
        </p:spPr>
        <p:txBody>
          <a:bodyPr anchor="b"/>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432938"/>
            <a:ext cx="10316002" cy="1032480"/>
          </a:xfrm>
        </p:spPr>
        <p:txBody>
          <a:bodyPr anchor="t"/>
          <a:lstStyle>
            <a:lvl1pPr marL="0" indent="0" algn="l">
              <a:buNone/>
              <a:defRPr sz="240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23844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592707"/>
            <a:ext cx="5020842" cy="46569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07964" y="2592707"/>
            <a:ext cx="5020841" cy="4656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4/10/2026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361103684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0894" y="2593180"/>
            <a:ext cx="5022748"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810894" y="3284695"/>
            <a:ext cx="5022748" cy="396494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06059" y="2593180"/>
            <a:ext cx="5022742"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6106062" y="3284695"/>
            <a:ext cx="5022740" cy="396494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5980335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1" y="731520"/>
            <a:ext cx="10316002" cy="158496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7698836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4732714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1" y="1798325"/>
            <a:ext cx="4625434" cy="1534159"/>
          </a:xfrm>
        </p:spPr>
        <p:txBody>
          <a:bodyPr anchor="b">
            <a:normAutofit/>
          </a:bodyPr>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5712554" y="617910"/>
            <a:ext cx="5416249" cy="66317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801" y="3332483"/>
            <a:ext cx="4625434" cy="3101339"/>
          </a:xfrm>
        </p:spPr>
        <p:txBody>
          <a:bodyPr>
            <a:normAutofit/>
          </a:bodyPr>
          <a:lstStyle>
            <a:lvl1pPr marL="0" indent="0">
              <a:buNone/>
              <a:defRPr sz="1680"/>
            </a:lvl1pPr>
            <a:lvl2pPr marL="548476" indent="0">
              <a:buNone/>
              <a:defRPr sz="1680"/>
            </a:lvl2pPr>
            <a:lvl3pPr marL="1096951" indent="0">
              <a:buNone/>
              <a:defRPr sz="1440"/>
            </a:lvl3pPr>
            <a:lvl4pPr marL="1645427" indent="0">
              <a:buNone/>
              <a:defRPr sz="1200"/>
            </a:lvl4pPr>
            <a:lvl5pPr marL="2193901" indent="0">
              <a:buNone/>
              <a:defRPr sz="1200"/>
            </a:lvl5pPr>
            <a:lvl6pPr marL="2742377" indent="0">
              <a:buNone/>
              <a:defRPr sz="1200"/>
            </a:lvl6pPr>
            <a:lvl7pPr marL="3290852" indent="0">
              <a:buNone/>
              <a:defRPr sz="1200"/>
            </a:lvl7pPr>
            <a:lvl8pPr marL="3839328" indent="0">
              <a:buNone/>
              <a:defRPr sz="1200"/>
            </a:lvl8pPr>
            <a:lvl9pPr marL="4387804"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4/10/2026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41608150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2" y="5760720"/>
            <a:ext cx="10316000" cy="680086"/>
          </a:xfrm>
        </p:spPr>
        <p:txBody>
          <a:bodyPr anchor="b">
            <a:normAutofit/>
          </a:bodyPr>
          <a:lstStyle>
            <a:lvl1pPr algn="l">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801" y="731520"/>
            <a:ext cx="10316002" cy="4614862"/>
          </a:xfrm>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812802" y="6440806"/>
            <a:ext cx="10316000" cy="808829"/>
          </a:xfrm>
        </p:spPr>
        <p:txBody>
          <a:bodyPr>
            <a:normAutofit/>
          </a:bodyPr>
          <a:lstStyle>
            <a:lvl1pPr marL="0" indent="0">
              <a:buNone/>
              <a:defRPr sz="14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4/10/2026</a:t>
            </a:fld>
            <a:endParaRPr lang="en-US" dirty="0"/>
          </a:p>
        </p:txBody>
      </p:sp>
    </p:spTree>
    <p:extLst>
      <p:ext uri="{BB962C8B-B14F-4D97-AF65-F5344CB8AC3E}">
        <p14:creationId xmlns:p14="http://schemas.microsoft.com/office/powerpoint/2010/main" val="418337252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2" y="731520"/>
            <a:ext cx="10316002" cy="4084320"/>
          </a:xfrm>
        </p:spPr>
        <p:txBody>
          <a:bodyPr anchor="ctr">
            <a:normAutofit/>
          </a:bodyPr>
          <a:lstStyle>
            <a:lvl1pPr algn="l">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9629900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639367" y="4358640"/>
            <a:ext cx="8669429" cy="457200"/>
          </a:xfrm>
        </p:spPr>
        <p:txBody>
          <a:bodyPr anchor="ctr">
            <a:noAutofit/>
          </a:bodyPr>
          <a:lstStyle>
            <a:lvl1pPr marL="0" indent="0">
              <a:buFontTx/>
              <a:buNone/>
              <a:defRPr sz="1920">
                <a:solidFill>
                  <a:schemeClr val="tx1">
                    <a:lumMod val="50000"/>
                    <a:lumOff val="50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6859366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802" y="2318386"/>
            <a:ext cx="10316002" cy="3114552"/>
          </a:xfrm>
        </p:spPr>
        <p:txBody>
          <a:bodyPr anchor="b">
            <a:normAutofit/>
          </a:bodyPr>
          <a:lstStyle>
            <a:lvl1pPr algn="l">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2399621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tx1">
                    <a:lumMod val="75000"/>
                    <a:lumOff val="25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5744426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2959" y="731520"/>
            <a:ext cx="10305844"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accent1"/>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6838406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10164506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61208" y="731520"/>
            <a:ext cx="1565692" cy="630174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802" y="731520"/>
            <a:ext cx="8472180" cy="63017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1334653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94589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07563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2175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04500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6740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85375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779927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6751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4763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3224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10160"/>
            <a:ext cx="14630400" cy="8239760"/>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12801" y="731520"/>
            <a:ext cx="10316002" cy="158496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12801" y="2592707"/>
            <a:ext cx="10316002" cy="46569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46160" y="7249635"/>
            <a:ext cx="1094327" cy="438150"/>
          </a:xfrm>
          <a:prstGeom prst="rect">
            <a:avLst/>
          </a:prstGeom>
        </p:spPr>
        <p:txBody>
          <a:bodyPr vert="horz" lIns="91440" tIns="45720" rIns="91440" bIns="45720" rtlCol="0" anchor="ctr"/>
          <a:lstStyle>
            <a:lvl1pPr algn="r">
              <a:defRPr sz="1080">
                <a:solidFill>
                  <a:schemeClr val="tx1">
                    <a:tint val="75000"/>
                  </a:schemeClr>
                </a:solidFill>
              </a:defRPr>
            </a:lvl1pPr>
          </a:lstStyle>
          <a:p>
            <a:fld id="{B61BEF0D-F0BB-DE4B-95CE-6DB70DBA9567}" type="datetimeFigureOut">
              <a:rPr lang="en-US" smtClean="0"/>
              <a:pPr/>
              <a:t>4/10/2026</a:t>
            </a:fld>
            <a:endParaRPr lang="en-US" dirty="0"/>
          </a:p>
        </p:txBody>
      </p:sp>
      <p:sp>
        <p:nvSpPr>
          <p:cNvPr id="5" name="Footer Placeholder 4"/>
          <p:cNvSpPr>
            <a:spLocks noGrp="1"/>
          </p:cNvSpPr>
          <p:nvPr>
            <p:ph type="ftr" sz="quarter" idx="3"/>
          </p:nvPr>
        </p:nvSpPr>
        <p:spPr>
          <a:xfrm>
            <a:off x="812801" y="7249635"/>
            <a:ext cx="7557134" cy="438150"/>
          </a:xfrm>
          <a:prstGeom prst="rect">
            <a:avLst/>
          </a:prstGeom>
        </p:spPr>
        <p:txBody>
          <a:bodyPr vert="horz" lIns="91440" tIns="45720" rIns="91440" bIns="45720" rtlCol="0" anchor="ctr"/>
          <a:lstStyle>
            <a:lvl1pPr algn="l">
              <a:defRPr sz="108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08796" y="7249635"/>
            <a:ext cx="820007" cy="438150"/>
          </a:xfrm>
          <a:prstGeom prst="rect">
            <a:avLst/>
          </a:prstGeom>
        </p:spPr>
        <p:txBody>
          <a:bodyPr vert="horz" lIns="91440" tIns="45720" rIns="91440" bIns="45720" rtlCol="0" anchor="ctr"/>
          <a:lstStyle>
            <a:lvl1pPr algn="r">
              <a:defRPr sz="108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6077914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 id="2147483736" r:id="rId22"/>
    <p:sldLayoutId id="2147483737" r:id="rId23"/>
    <p:sldLayoutId id="2147483738" r:id="rId24"/>
    <p:sldLayoutId id="2147483739" r:id="rId25"/>
    <p:sldLayoutId id="2147483740" r:id="rId26"/>
  </p:sldLayoutIdLst>
  <p:hf sldNum="0" hdr="0" ftr="0" dt="0"/>
  <p:txStyles>
    <p:titleStyle>
      <a:lvl1pPr algn="l" defTabSz="548640" rtl="0" eaLnBrk="1" latinLnBrk="0" hangingPunct="1">
        <a:spcBef>
          <a:spcPct val="0"/>
        </a:spcBef>
        <a:buNone/>
        <a:defRPr sz="432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1480" indent="-411480" algn="l" defTabSz="548640" rtl="0" eaLnBrk="1" latinLnBrk="0" hangingPunct="1">
        <a:spcBef>
          <a:spcPts val="1200"/>
        </a:spcBef>
        <a:spcAft>
          <a:spcPts val="0"/>
        </a:spcAft>
        <a:buClr>
          <a:schemeClr val="accent1"/>
        </a:buClr>
        <a:buSzPct val="80000"/>
        <a:buFont typeface="Wingdings 3" charset="2"/>
        <a:buChar char=""/>
        <a:defRPr sz="2160" kern="1200">
          <a:solidFill>
            <a:schemeClr val="tx1">
              <a:lumMod val="75000"/>
              <a:lumOff val="25000"/>
            </a:schemeClr>
          </a:solidFill>
          <a:latin typeface="+mn-lt"/>
          <a:ea typeface="+mn-ea"/>
          <a:cs typeface="+mn-cs"/>
        </a:defRPr>
      </a:lvl1pPr>
      <a:lvl2pPr marL="891540" indent="-342900" algn="l" defTabSz="548640" rtl="0" eaLnBrk="1" latinLnBrk="0" hangingPunct="1">
        <a:spcBef>
          <a:spcPts val="1200"/>
        </a:spcBef>
        <a:spcAft>
          <a:spcPts val="0"/>
        </a:spcAft>
        <a:buClr>
          <a:schemeClr val="accent1"/>
        </a:buClr>
        <a:buSzPct val="80000"/>
        <a:buFont typeface="Wingdings 3" charset="2"/>
        <a:buChar char=""/>
        <a:defRPr sz="1920" kern="1200">
          <a:solidFill>
            <a:schemeClr val="tx1">
              <a:lumMod val="75000"/>
              <a:lumOff val="25000"/>
            </a:schemeClr>
          </a:solidFill>
          <a:latin typeface="+mn-lt"/>
          <a:ea typeface="+mn-ea"/>
          <a:cs typeface="+mn-cs"/>
        </a:defRPr>
      </a:lvl2pPr>
      <a:lvl3pPr marL="1371600" indent="-274320" algn="l" defTabSz="548640" rtl="0" eaLnBrk="1" latinLnBrk="0" hangingPunct="1">
        <a:spcBef>
          <a:spcPts val="1200"/>
        </a:spcBef>
        <a:spcAft>
          <a:spcPts val="0"/>
        </a:spcAft>
        <a:buClr>
          <a:schemeClr val="accent1"/>
        </a:buClr>
        <a:buSzPct val="80000"/>
        <a:buFont typeface="Wingdings 3" charset="2"/>
        <a:buChar char=""/>
        <a:defRPr sz="1680" kern="1200">
          <a:solidFill>
            <a:schemeClr val="tx1">
              <a:lumMod val="75000"/>
              <a:lumOff val="25000"/>
            </a:schemeClr>
          </a:solidFill>
          <a:latin typeface="+mn-lt"/>
          <a:ea typeface="+mn-ea"/>
          <a:cs typeface="+mn-cs"/>
        </a:defRPr>
      </a:lvl3pPr>
      <a:lvl4pPr marL="192024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4pPr>
      <a:lvl5pPr marL="246888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5pPr>
      <a:lvl6pPr marL="301752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6pPr>
      <a:lvl7pPr marL="356616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7pPr>
      <a:lvl8pPr marL="411480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8pPr>
      <a:lvl9pPr marL="466344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0.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svg"/><Relationship Id="rId2" Type="http://schemas.openxmlformats.org/officeDocument/2006/relationships/notesSlide" Target="../notesSlides/notesSlide9.xml"/><Relationship Id="rId1" Type="http://schemas.openxmlformats.org/officeDocument/2006/relationships/slideLayout" Target="../slideLayouts/slideLayout25.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C6F66-535F-A8F8-FF2C-E890FF0466EA}"/>
              </a:ext>
            </a:extLst>
          </p:cNvPr>
          <p:cNvSpPr>
            <a:spLocks noGrp="1"/>
          </p:cNvSpPr>
          <p:nvPr>
            <p:ph type="title"/>
          </p:nvPr>
        </p:nvSpPr>
        <p:spPr/>
        <p:txBody>
          <a:bodyPr>
            <a:normAutofit/>
          </a:bodyPr>
          <a:lstStyle/>
          <a:p>
            <a:r>
              <a:rPr lang="en-US" sz="4800" dirty="0"/>
              <a:t>Software Engineering Presentation</a:t>
            </a:r>
            <a:endParaRPr lang="en-IN" sz="4800" dirty="0"/>
          </a:p>
        </p:txBody>
      </p:sp>
      <p:sp>
        <p:nvSpPr>
          <p:cNvPr id="3" name="Content Placeholder 2">
            <a:extLst>
              <a:ext uri="{FF2B5EF4-FFF2-40B4-BE49-F238E27FC236}">
                <a16:creationId xmlns:a16="http://schemas.microsoft.com/office/drawing/2014/main" id="{04204E01-75D2-BC7D-AB5C-57B87718A26F}"/>
              </a:ext>
            </a:extLst>
          </p:cNvPr>
          <p:cNvSpPr>
            <a:spLocks noGrp="1"/>
          </p:cNvSpPr>
          <p:nvPr>
            <p:ph idx="1"/>
          </p:nvPr>
        </p:nvSpPr>
        <p:spPr/>
        <p:txBody>
          <a:bodyPr/>
          <a:lstStyle/>
          <a:p>
            <a:r>
              <a:rPr lang="en-US" sz="4400" dirty="0"/>
              <a:t>Title : Music Recommendation System</a:t>
            </a:r>
          </a:p>
          <a:p>
            <a:endParaRPr lang="en-US" dirty="0"/>
          </a:p>
          <a:p>
            <a:endParaRPr lang="en-US" dirty="0"/>
          </a:p>
          <a:p>
            <a:endParaRPr lang="en-US" dirty="0"/>
          </a:p>
        </p:txBody>
      </p:sp>
    </p:spTree>
    <p:extLst>
      <p:ext uri="{BB962C8B-B14F-4D97-AF65-F5344CB8AC3E}">
        <p14:creationId xmlns:p14="http://schemas.microsoft.com/office/powerpoint/2010/main" val="526523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1" y="451693"/>
            <a:ext cx="7131010" cy="2115237"/>
          </a:xfrm>
          <a:prstGeom prst="rect">
            <a:avLst/>
          </a:prstGeom>
          <a:noFill/>
          <a:ln/>
        </p:spPr>
        <p:txBody>
          <a:bodyPr wrap="squar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Groove: A Music Recommendation Engine</a:t>
            </a:r>
            <a:endParaRPr lang="en-US" sz="3900" dirty="0"/>
          </a:p>
        </p:txBody>
      </p:sp>
      <p:sp>
        <p:nvSpPr>
          <p:cNvPr id="4" name="Text 1"/>
          <p:cNvSpPr/>
          <p:nvPr/>
        </p:nvSpPr>
        <p:spPr>
          <a:xfrm>
            <a:off x="793790" y="3365242"/>
            <a:ext cx="6085981" cy="1836004"/>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 web application that recommends music based on song similarity and user mood, built using Machine Learning and Web Technologies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569601"/>
            <a:ext cx="7660124"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The Music Discovery Challenge</a:t>
            </a:r>
            <a:endParaRPr lang="en-US" sz="3900" dirty="0"/>
          </a:p>
        </p:txBody>
      </p:sp>
      <p:sp>
        <p:nvSpPr>
          <p:cNvPr id="3" name="Text 1"/>
          <p:cNvSpPr/>
          <p:nvPr/>
        </p:nvSpPr>
        <p:spPr>
          <a:xfrm>
            <a:off x="793790" y="268569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The Problem</a:t>
            </a:r>
            <a:endParaRPr lang="en-US" sz="1950" dirty="0"/>
          </a:p>
        </p:txBody>
      </p:sp>
      <p:sp>
        <p:nvSpPr>
          <p:cNvPr id="4" name="Text 2"/>
          <p:cNvSpPr/>
          <p:nvPr/>
        </p:nvSpPr>
        <p:spPr>
          <a:xfrm>
            <a:off x="793790" y="3194209"/>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With millions of songs available across streaming platforms, users face an overwhelming choice. Manual searching is time-consuming and often fails to capture the specific mood or moment they're in. Traditional search methods don't understand context or emotional state.</a:t>
            </a:r>
            <a:endParaRPr lang="en-US" sz="1550" dirty="0"/>
          </a:p>
        </p:txBody>
      </p:sp>
      <p:sp>
        <p:nvSpPr>
          <p:cNvPr id="5" name="Text 3"/>
          <p:cNvSpPr/>
          <p:nvPr/>
        </p:nvSpPr>
        <p:spPr>
          <a:xfrm>
            <a:off x="7564874" y="268569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Our Solution</a:t>
            </a:r>
            <a:endParaRPr lang="en-US" sz="1950" dirty="0"/>
          </a:p>
        </p:txBody>
      </p:sp>
      <p:sp>
        <p:nvSpPr>
          <p:cNvPr id="6" name="Text 4"/>
          <p:cNvSpPr/>
          <p:nvPr/>
        </p:nvSpPr>
        <p:spPr>
          <a:xfrm>
            <a:off x="7564874" y="3194209"/>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Groove addresses this challenge through intelligent recommendation systems that understand both song characteristics and user emotions. By combining audio feature analysis with mood detection, the system surfaces relevant music without requiring extensive searching.</a:t>
            </a:r>
            <a:endParaRPr lang="en-US" sz="1550" dirty="0"/>
          </a:p>
        </p:txBody>
      </p:sp>
      <p:sp>
        <p:nvSpPr>
          <p:cNvPr id="7" name="Shape 5"/>
          <p:cNvSpPr/>
          <p:nvPr/>
        </p:nvSpPr>
        <p:spPr>
          <a:xfrm>
            <a:off x="793790" y="5183743"/>
            <a:ext cx="4215289" cy="1476256"/>
          </a:xfrm>
          <a:prstGeom prst="roundRect">
            <a:avLst>
              <a:gd name="adj" fmla="val 5647"/>
            </a:avLst>
          </a:prstGeom>
          <a:solidFill>
            <a:srgbClr val="DADBF1"/>
          </a:solidFill>
          <a:ln w="7620">
            <a:solidFill>
              <a:srgbClr val="C0C1D7"/>
            </a:solidFill>
            <a:prstDash val="solid"/>
          </a:ln>
        </p:spPr>
      </p:sp>
      <p:sp>
        <p:nvSpPr>
          <p:cNvPr id="8" name="Text 6"/>
          <p:cNvSpPr/>
          <p:nvPr/>
        </p:nvSpPr>
        <p:spPr>
          <a:xfrm>
            <a:off x="999768" y="538972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Millions of Songs</a:t>
            </a:r>
            <a:endParaRPr lang="en-US" sz="1950" dirty="0"/>
          </a:p>
        </p:txBody>
      </p:sp>
      <p:sp>
        <p:nvSpPr>
          <p:cNvPr id="9" name="Text 7"/>
          <p:cNvSpPr/>
          <p:nvPr/>
        </p:nvSpPr>
        <p:spPr>
          <a:xfrm>
            <a:off x="999768" y="5818942"/>
            <a:ext cx="3803333"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Spotify alone hosts over 100 million tracks</a:t>
            </a:r>
            <a:endParaRPr lang="en-US" sz="1550" dirty="0"/>
          </a:p>
        </p:txBody>
      </p:sp>
      <p:sp>
        <p:nvSpPr>
          <p:cNvPr id="10" name="Shape 8"/>
          <p:cNvSpPr/>
          <p:nvPr/>
        </p:nvSpPr>
        <p:spPr>
          <a:xfrm>
            <a:off x="5207437" y="5183743"/>
            <a:ext cx="4215408" cy="1476256"/>
          </a:xfrm>
          <a:prstGeom prst="roundRect">
            <a:avLst>
              <a:gd name="adj" fmla="val 5647"/>
            </a:avLst>
          </a:prstGeom>
          <a:solidFill>
            <a:srgbClr val="DADBF1"/>
          </a:solidFill>
          <a:ln w="7620">
            <a:solidFill>
              <a:srgbClr val="C0C1D7"/>
            </a:solidFill>
            <a:prstDash val="solid"/>
          </a:ln>
        </p:spPr>
      </p:sp>
      <p:sp>
        <p:nvSpPr>
          <p:cNvPr id="11" name="Text 9"/>
          <p:cNvSpPr/>
          <p:nvPr/>
        </p:nvSpPr>
        <p:spPr>
          <a:xfrm>
            <a:off x="5413415" y="538972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Mood Matching</a:t>
            </a:r>
            <a:endParaRPr lang="en-US" sz="1950" dirty="0"/>
          </a:p>
        </p:txBody>
      </p:sp>
      <p:sp>
        <p:nvSpPr>
          <p:cNvPr id="12" name="Text 10"/>
          <p:cNvSpPr/>
          <p:nvPr/>
        </p:nvSpPr>
        <p:spPr>
          <a:xfrm>
            <a:off x="5413415" y="5818942"/>
            <a:ext cx="380345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Understands emotional context</a:t>
            </a:r>
            <a:endParaRPr lang="en-US" sz="1550" dirty="0"/>
          </a:p>
        </p:txBody>
      </p:sp>
      <p:sp>
        <p:nvSpPr>
          <p:cNvPr id="13" name="Shape 11"/>
          <p:cNvSpPr/>
          <p:nvPr/>
        </p:nvSpPr>
        <p:spPr>
          <a:xfrm>
            <a:off x="9621203" y="5183743"/>
            <a:ext cx="4215289" cy="1476256"/>
          </a:xfrm>
          <a:prstGeom prst="roundRect">
            <a:avLst>
              <a:gd name="adj" fmla="val 5647"/>
            </a:avLst>
          </a:prstGeom>
          <a:solidFill>
            <a:srgbClr val="DADBF1"/>
          </a:solidFill>
          <a:ln w="7620">
            <a:solidFill>
              <a:srgbClr val="C0C1D7"/>
            </a:solidFill>
            <a:prstDash val="solid"/>
          </a:ln>
        </p:spPr>
      </p:sp>
      <p:sp>
        <p:nvSpPr>
          <p:cNvPr id="14" name="Text 12"/>
          <p:cNvSpPr/>
          <p:nvPr/>
        </p:nvSpPr>
        <p:spPr>
          <a:xfrm>
            <a:off x="9827181" y="5389721"/>
            <a:ext cx="3052286"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Smart Recommendations</a:t>
            </a:r>
            <a:endParaRPr lang="en-US" sz="1950" dirty="0"/>
          </a:p>
        </p:txBody>
      </p:sp>
      <p:sp>
        <p:nvSpPr>
          <p:cNvPr id="15" name="Text 13"/>
          <p:cNvSpPr/>
          <p:nvPr/>
        </p:nvSpPr>
        <p:spPr>
          <a:xfrm>
            <a:off x="9827181" y="5818942"/>
            <a:ext cx="3803333"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ML-powered suggestions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648772"/>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Project Overview</a:t>
            </a:r>
            <a:endParaRPr lang="en-US" sz="3900" dirty="0"/>
          </a:p>
        </p:txBody>
      </p:sp>
      <p:sp>
        <p:nvSpPr>
          <p:cNvPr id="4" name="Text 1"/>
          <p:cNvSpPr/>
          <p:nvPr/>
        </p:nvSpPr>
        <p:spPr>
          <a:xfrm>
            <a:off x="6280190" y="156650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Light" pitchFamily="34" charset="0"/>
                <a:ea typeface="Inter Light" pitchFamily="34" charset="-122"/>
                <a:cs typeface="Inter Light" pitchFamily="34" charset="-120"/>
              </a:rPr>
              <a:t>01</a:t>
            </a:r>
            <a:endParaRPr lang="en-US" sz="1550" dirty="0"/>
          </a:p>
        </p:txBody>
      </p:sp>
      <p:sp>
        <p:nvSpPr>
          <p:cNvPr id="5" name="Shape 2"/>
          <p:cNvSpPr/>
          <p:nvPr/>
        </p:nvSpPr>
        <p:spPr>
          <a:xfrm>
            <a:off x="6280190" y="1880830"/>
            <a:ext cx="7556421" cy="22860"/>
          </a:xfrm>
          <a:prstGeom prst="rect">
            <a:avLst/>
          </a:prstGeom>
          <a:solidFill>
            <a:srgbClr val="4950BC"/>
          </a:solidFill>
          <a:ln/>
        </p:spPr>
      </p:sp>
      <p:sp>
        <p:nvSpPr>
          <p:cNvPr id="6" name="Text 3"/>
          <p:cNvSpPr/>
          <p:nvPr/>
        </p:nvSpPr>
        <p:spPr>
          <a:xfrm>
            <a:off x="6280190" y="202572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Web-Based Engine</a:t>
            </a:r>
            <a:endParaRPr lang="en-US" sz="1950" dirty="0"/>
          </a:p>
        </p:txBody>
      </p:sp>
      <p:sp>
        <p:nvSpPr>
          <p:cNvPr id="7" name="Text 4"/>
          <p:cNvSpPr/>
          <p:nvPr/>
        </p:nvSpPr>
        <p:spPr>
          <a:xfrm>
            <a:off x="6280190" y="2454950"/>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Built as a responsive web application accessible from any device</a:t>
            </a:r>
            <a:endParaRPr lang="en-US" sz="1550" dirty="0"/>
          </a:p>
        </p:txBody>
      </p:sp>
      <p:sp>
        <p:nvSpPr>
          <p:cNvPr id="8" name="Text 5"/>
          <p:cNvSpPr/>
          <p:nvPr/>
        </p:nvSpPr>
        <p:spPr>
          <a:xfrm>
            <a:off x="6280190" y="3119676"/>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Light" pitchFamily="34" charset="0"/>
                <a:ea typeface="Inter Light" pitchFamily="34" charset="-122"/>
                <a:cs typeface="Inter Light" pitchFamily="34" charset="-120"/>
              </a:rPr>
              <a:t>02</a:t>
            </a:r>
            <a:endParaRPr lang="en-US" sz="1550" dirty="0"/>
          </a:p>
        </p:txBody>
      </p:sp>
      <p:sp>
        <p:nvSpPr>
          <p:cNvPr id="9" name="Shape 6"/>
          <p:cNvSpPr/>
          <p:nvPr/>
        </p:nvSpPr>
        <p:spPr>
          <a:xfrm>
            <a:off x="6280190" y="3434001"/>
            <a:ext cx="7556421" cy="22860"/>
          </a:xfrm>
          <a:prstGeom prst="rect">
            <a:avLst/>
          </a:prstGeom>
          <a:solidFill>
            <a:srgbClr val="4950BC"/>
          </a:solidFill>
          <a:ln/>
        </p:spPr>
      </p:sp>
      <p:sp>
        <p:nvSpPr>
          <p:cNvPr id="10" name="Text 7"/>
          <p:cNvSpPr/>
          <p:nvPr/>
        </p:nvSpPr>
        <p:spPr>
          <a:xfrm>
            <a:off x="6280190" y="3578900"/>
            <a:ext cx="3824288"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Two Recommendation Methods</a:t>
            </a:r>
            <a:endParaRPr lang="en-US" sz="1950" dirty="0"/>
          </a:p>
        </p:txBody>
      </p:sp>
      <p:sp>
        <p:nvSpPr>
          <p:cNvPr id="11" name="Text 8"/>
          <p:cNvSpPr/>
          <p:nvPr/>
        </p:nvSpPr>
        <p:spPr>
          <a:xfrm>
            <a:off x="6280190" y="4008120"/>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Song-based similarity matching and mood-driven playlist generation</a:t>
            </a:r>
            <a:endParaRPr lang="en-US" sz="1550" dirty="0"/>
          </a:p>
        </p:txBody>
      </p:sp>
      <p:sp>
        <p:nvSpPr>
          <p:cNvPr id="12" name="Text 9"/>
          <p:cNvSpPr/>
          <p:nvPr/>
        </p:nvSpPr>
        <p:spPr>
          <a:xfrm>
            <a:off x="6280190" y="4672846"/>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Light" pitchFamily="34" charset="0"/>
                <a:ea typeface="Inter Light" pitchFamily="34" charset="-122"/>
                <a:cs typeface="Inter Light" pitchFamily="34" charset="-120"/>
              </a:rPr>
              <a:t>03</a:t>
            </a:r>
            <a:endParaRPr lang="en-US" sz="1550" dirty="0"/>
          </a:p>
        </p:txBody>
      </p:sp>
      <p:sp>
        <p:nvSpPr>
          <p:cNvPr id="13" name="Shape 10"/>
          <p:cNvSpPr/>
          <p:nvPr/>
        </p:nvSpPr>
        <p:spPr>
          <a:xfrm>
            <a:off x="6280190" y="4987171"/>
            <a:ext cx="7556421" cy="22860"/>
          </a:xfrm>
          <a:prstGeom prst="rect">
            <a:avLst/>
          </a:prstGeom>
          <a:solidFill>
            <a:srgbClr val="4950BC"/>
          </a:solidFill>
          <a:ln/>
        </p:spPr>
      </p:sp>
      <p:sp>
        <p:nvSpPr>
          <p:cNvPr id="14" name="Text 11"/>
          <p:cNvSpPr/>
          <p:nvPr/>
        </p:nvSpPr>
        <p:spPr>
          <a:xfrm>
            <a:off x="6280190" y="5132070"/>
            <a:ext cx="2642592"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ML-Powered Analysis</a:t>
            </a:r>
            <a:endParaRPr lang="en-US" sz="1950" dirty="0"/>
          </a:p>
        </p:txBody>
      </p:sp>
      <p:sp>
        <p:nvSpPr>
          <p:cNvPr id="15" name="Text 12"/>
          <p:cNvSpPr/>
          <p:nvPr/>
        </p:nvSpPr>
        <p:spPr>
          <a:xfrm>
            <a:off x="6280190" y="5561290"/>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Uses cosine similarity and hybrid scoring algorithms</a:t>
            </a:r>
            <a:endParaRPr lang="en-US" sz="1550" dirty="0"/>
          </a:p>
        </p:txBody>
      </p:sp>
      <p:sp>
        <p:nvSpPr>
          <p:cNvPr id="16" name="Text 13"/>
          <p:cNvSpPr/>
          <p:nvPr/>
        </p:nvSpPr>
        <p:spPr>
          <a:xfrm>
            <a:off x="6280190" y="6226016"/>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Light" pitchFamily="34" charset="0"/>
                <a:ea typeface="Inter Light" pitchFamily="34" charset="-122"/>
                <a:cs typeface="Inter Light" pitchFamily="34" charset="-120"/>
              </a:rPr>
              <a:t>04</a:t>
            </a:r>
            <a:endParaRPr lang="en-US" sz="1550" dirty="0"/>
          </a:p>
        </p:txBody>
      </p:sp>
      <p:sp>
        <p:nvSpPr>
          <p:cNvPr id="17" name="Shape 14"/>
          <p:cNvSpPr/>
          <p:nvPr/>
        </p:nvSpPr>
        <p:spPr>
          <a:xfrm>
            <a:off x="6280190" y="6540341"/>
            <a:ext cx="7556421" cy="22860"/>
          </a:xfrm>
          <a:prstGeom prst="rect">
            <a:avLst/>
          </a:prstGeom>
          <a:solidFill>
            <a:srgbClr val="4950BC"/>
          </a:solidFill>
          <a:ln/>
        </p:spPr>
      </p:sp>
      <p:sp>
        <p:nvSpPr>
          <p:cNvPr id="18" name="Text 15"/>
          <p:cNvSpPr/>
          <p:nvPr/>
        </p:nvSpPr>
        <p:spPr>
          <a:xfrm>
            <a:off x="6280190" y="6685240"/>
            <a:ext cx="2819876"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User-Friendly Interface</a:t>
            </a:r>
            <a:endParaRPr lang="en-US" sz="1950" dirty="0"/>
          </a:p>
        </p:txBody>
      </p:sp>
      <p:sp>
        <p:nvSpPr>
          <p:cNvPr id="19" name="Text 16"/>
          <p:cNvSpPr/>
          <p:nvPr/>
        </p:nvSpPr>
        <p:spPr>
          <a:xfrm>
            <a:off x="6280190" y="7114461"/>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Simple, intuitive design that requires no technical knowledge</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155150" y="375880"/>
            <a:ext cx="3271718" cy="408980"/>
          </a:xfrm>
          <a:prstGeom prst="rect">
            <a:avLst/>
          </a:prstGeom>
          <a:noFill/>
          <a:ln/>
        </p:spPr>
        <p:txBody>
          <a:bodyPr wrap="none" lIns="0" tIns="0" rIns="0" bIns="0" rtlCol="0" anchor="t"/>
          <a:lstStyle/>
          <a:p>
            <a:pPr marL="0" indent="0" algn="l">
              <a:lnSpc>
                <a:spcPts val="3200"/>
              </a:lnSpc>
              <a:buNone/>
            </a:pPr>
            <a:r>
              <a:rPr lang="en-US" sz="2550" b="1" dirty="0">
                <a:solidFill>
                  <a:srgbClr val="000000"/>
                </a:solidFill>
                <a:latin typeface="Inter Bold" pitchFamily="34" charset="0"/>
                <a:ea typeface="Inter Bold" pitchFamily="34" charset="-122"/>
                <a:cs typeface="Inter Bold" pitchFamily="34" charset="-120"/>
              </a:rPr>
              <a:t>Key Features</a:t>
            </a:r>
            <a:endParaRPr lang="en-US" sz="2550" dirty="0"/>
          </a:p>
        </p:txBody>
      </p:sp>
      <p:sp>
        <p:nvSpPr>
          <p:cNvPr id="3" name="Text 1"/>
          <p:cNvSpPr/>
          <p:nvPr/>
        </p:nvSpPr>
        <p:spPr>
          <a:xfrm>
            <a:off x="2155150" y="1000482"/>
            <a:ext cx="2908935" cy="245388"/>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Inter Bold" pitchFamily="34" charset="0"/>
                <a:ea typeface="Inter Bold" pitchFamily="34" charset="-122"/>
                <a:cs typeface="Inter Bold" pitchFamily="34" charset="-120"/>
              </a:rPr>
              <a:t>Song-Based Recommendation</a:t>
            </a:r>
            <a:endParaRPr lang="en-US" sz="1500" dirty="0"/>
          </a:p>
        </p:txBody>
      </p:sp>
      <p:pic>
        <p:nvPicPr>
          <p:cNvPr id="4" name="Image 0" descr="preencoded.png"/>
          <p:cNvPicPr>
            <a:picLocks noChangeAspect="1"/>
          </p:cNvPicPr>
          <p:nvPr/>
        </p:nvPicPr>
        <p:blipFill>
          <a:blip r:embed="rId3"/>
          <a:stretch>
            <a:fillRect/>
          </a:stretch>
        </p:blipFill>
        <p:spPr>
          <a:xfrm>
            <a:off x="2155150" y="1342906"/>
            <a:ext cx="5000387" cy="5000387"/>
          </a:xfrm>
          <a:prstGeom prst="rect">
            <a:avLst/>
          </a:prstGeom>
        </p:spPr>
      </p:pic>
      <p:sp>
        <p:nvSpPr>
          <p:cNvPr id="5" name="Text 2"/>
          <p:cNvSpPr/>
          <p:nvPr/>
        </p:nvSpPr>
        <p:spPr>
          <a:xfrm>
            <a:off x="2155150" y="6440329"/>
            <a:ext cx="5000387" cy="520779"/>
          </a:xfrm>
          <a:prstGeom prst="rect">
            <a:avLst/>
          </a:prstGeom>
          <a:noFill/>
          <a:ln/>
        </p:spPr>
        <p:txBody>
          <a:bodyPr wrap="square" lIns="0" tIns="0" rIns="0" bIns="0" rtlCol="0" anchor="t"/>
          <a:lstStyle/>
          <a:p>
            <a:pPr marL="0" indent="0" algn="l">
              <a:lnSpc>
                <a:spcPts val="1350"/>
              </a:lnSpc>
              <a:buNone/>
            </a:pPr>
            <a:r>
              <a:rPr lang="en-US" sz="1000" dirty="0">
                <a:solidFill>
                  <a:srgbClr val="272525"/>
                </a:solidFill>
                <a:latin typeface="Inter" pitchFamily="34" charset="0"/>
                <a:ea typeface="Inter" pitchFamily="34" charset="-122"/>
                <a:cs typeface="Inter" pitchFamily="34" charset="-120"/>
              </a:rPr>
              <a:t>Users can search for any song in the dataset by title. The system analyzes the audio characteristics of the input song and finds the 10 most similar tracks using machine learning similarity techniques.</a:t>
            </a:r>
            <a:endParaRPr lang="en-US" sz="1000" dirty="0"/>
          </a:p>
        </p:txBody>
      </p:sp>
      <p:sp>
        <p:nvSpPr>
          <p:cNvPr id="6" name="Text 3"/>
          <p:cNvSpPr/>
          <p:nvPr/>
        </p:nvSpPr>
        <p:spPr>
          <a:xfrm>
            <a:off x="2155150" y="7038737"/>
            <a:ext cx="5000387" cy="784741"/>
          </a:xfrm>
          <a:prstGeom prst="rect">
            <a:avLst/>
          </a:prstGeom>
          <a:noFill/>
          <a:ln/>
        </p:spPr>
        <p:txBody>
          <a:bodyPr wrap="square" lIns="0" tIns="0" rIns="0" bIns="0" rtlCol="0" anchor="t"/>
          <a:lstStyle/>
          <a:p>
            <a:pPr marL="342900" indent="-342900" algn="l">
              <a:lnSpc>
                <a:spcPts val="1350"/>
              </a:lnSpc>
              <a:buSzPct val="100000"/>
              <a:buChar char="•"/>
            </a:pPr>
            <a:r>
              <a:rPr lang="en-US" sz="1000" dirty="0">
                <a:solidFill>
                  <a:srgbClr val="272525"/>
                </a:solidFill>
                <a:latin typeface="Inter" pitchFamily="34" charset="0"/>
                <a:ea typeface="Inter" pitchFamily="34" charset="-122"/>
                <a:cs typeface="Inter" pitchFamily="34" charset="-120"/>
              </a:rPr>
              <a:t>Enter song title in search field</a:t>
            </a:r>
            <a:endParaRPr lang="en-US" sz="1000" dirty="0"/>
          </a:p>
          <a:p>
            <a:pPr marL="342900" indent="-342900" algn="l">
              <a:lnSpc>
                <a:spcPts val="1350"/>
              </a:lnSpc>
              <a:buSzPct val="100000"/>
              <a:buChar char="•"/>
            </a:pPr>
            <a:r>
              <a:rPr lang="en-US" sz="1000" dirty="0">
                <a:solidFill>
                  <a:srgbClr val="272525"/>
                </a:solidFill>
                <a:latin typeface="Inter" pitchFamily="34" charset="0"/>
                <a:ea typeface="Inter" pitchFamily="34" charset="-122"/>
                <a:cs typeface="Inter" pitchFamily="34" charset="-120"/>
              </a:rPr>
              <a:t>System validates song exists</a:t>
            </a:r>
            <a:endParaRPr lang="en-US" sz="1000" dirty="0"/>
          </a:p>
          <a:p>
            <a:pPr marL="342900" indent="-342900" algn="l">
              <a:lnSpc>
                <a:spcPts val="1350"/>
              </a:lnSpc>
              <a:buSzPct val="100000"/>
              <a:buChar char="•"/>
            </a:pPr>
            <a:r>
              <a:rPr lang="en-US" sz="1000" dirty="0">
                <a:solidFill>
                  <a:srgbClr val="272525"/>
                </a:solidFill>
                <a:latin typeface="Inter" pitchFamily="34" charset="0"/>
                <a:ea typeface="Inter" pitchFamily="34" charset="-122"/>
                <a:cs typeface="Inter" pitchFamily="34" charset="-120"/>
              </a:rPr>
              <a:t>Extracts audio features automatically</a:t>
            </a:r>
            <a:endParaRPr lang="en-US" sz="1000" dirty="0"/>
          </a:p>
          <a:p>
            <a:pPr marL="342900" indent="-342900" algn="l">
              <a:lnSpc>
                <a:spcPts val="1350"/>
              </a:lnSpc>
              <a:buSzPct val="100000"/>
              <a:buChar char="•"/>
            </a:pPr>
            <a:r>
              <a:rPr lang="en-US" sz="1000" dirty="0">
                <a:solidFill>
                  <a:srgbClr val="272525"/>
                </a:solidFill>
                <a:latin typeface="Inter" pitchFamily="34" charset="0"/>
                <a:ea typeface="Inter" pitchFamily="34" charset="-122"/>
                <a:cs typeface="Inter" pitchFamily="34" charset="-120"/>
              </a:rPr>
              <a:t>Returns 10 similar recommendations</a:t>
            </a:r>
            <a:endParaRPr lang="en-US" sz="1000" dirty="0"/>
          </a:p>
        </p:txBody>
      </p:sp>
      <p:sp>
        <p:nvSpPr>
          <p:cNvPr id="7" name="Text 4"/>
          <p:cNvSpPr/>
          <p:nvPr/>
        </p:nvSpPr>
        <p:spPr>
          <a:xfrm>
            <a:off x="7482245" y="1000482"/>
            <a:ext cx="1977271" cy="245388"/>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Inter Bold" pitchFamily="34" charset="0"/>
                <a:ea typeface="Inter Bold" pitchFamily="34" charset="-122"/>
                <a:cs typeface="Inter Bold" pitchFamily="34" charset="-120"/>
              </a:rPr>
              <a:t>Mood-Based Playlist</a:t>
            </a:r>
            <a:endParaRPr lang="en-US" sz="1500" dirty="0"/>
          </a:p>
        </p:txBody>
      </p:sp>
      <p:pic>
        <p:nvPicPr>
          <p:cNvPr id="8" name="Image 1" descr="preencoded.png"/>
          <p:cNvPicPr>
            <a:picLocks noChangeAspect="1"/>
          </p:cNvPicPr>
          <p:nvPr/>
        </p:nvPicPr>
        <p:blipFill>
          <a:blip r:embed="rId4"/>
          <a:stretch>
            <a:fillRect/>
          </a:stretch>
        </p:blipFill>
        <p:spPr>
          <a:xfrm>
            <a:off x="7482245" y="1342906"/>
            <a:ext cx="5000387" cy="5000387"/>
          </a:xfrm>
          <a:prstGeom prst="rect">
            <a:avLst/>
          </a:prstGeom>
        </p:spPr>
      </p:pic>
      <p:sp>
        <p:nvSpPr>
          <p:cNvPr id="9" name="Text 5"/>
          <p:cNvSpPr/>
          <p:nvPr/>
        </p:nvSpPr>
        <p:spPr>
          <a:xfrm>
            <a:off x="7482245" y="6440329"/>
            <a:ext cx="5000387" cy="520779"/>
          </a:xfrm>
          <a:prstGeom prst="rect">
            <a:avLst/>
          </a:prstGeom>
          <a:noFill/>
          <a:ln/>
        </p:spPr>
        <p:txBody>
          <a:bodyPr wrap="square" lIns="0" tIns="0" rIns="0" bIns="0" rtlCol="0" anchor="t"/>
          <a:lstStyle/>
          <a:p>
            <a:pPr marL="0" indent="0" algn="l">
              <a:lnSpc>
                <a:spcPts val="1350"/>
              </a:lnSpc>
              <a:buNone/>
            </a:pPr>
            <a:r>
              <a:rPr lang="en-US" sz="1000" dirty="0">
                <a:solidFill>
                  <a:srgbClr val="272525"/>
                </a:solidFill>
                <a:latin typeface="Inter" pitchFamily="34" charset="0"/>
                <a:ea typeface="Inter" pitchFamily="34" charset="-122"/>
                <a:cs typeface="Inter" pitchFamily="34" charset="-120"/>
              </a:rPr>
              <a:t>Users select their current mood from four options: Happy </a:t>
            </a:r>
            <a:r>
              <a:rPr lang="en-US" sz="1000" dirty="0">
                <a:solidFill>
                  <a:srgbClr val="000000"/>
                </a:solidFill>
                <a:latin typeface="Inter" pitchFamily="34" charset="0"/>
                <a:ea typeface="Inter" pitchFamily="34" charset="-122"/>
                <a:cs typeface="Inter" pitchFamily="34" charset="-120"/>
              </a:rPr>
              <a:t>😊</a:t>
            </a:r>
            <a:r>
              <a:rPr lang="en-US" sz="1000" dirty="0">
                <a:solidFill>
                  <a:srgbClr val="272525"/>
                </a:solidFill>
                <a:latin typeface="Inter" pitchFamily="34" charset="0"/>
                <a:ea typeface="Inter" pitchFamily="34" charset="-122"/>
                <a:cs typeface="Inter" pitchFamily="34" charset="-120"/>
              </a:rPr>
              <a:t>, Sad </a:t>
            </a:r>
            <a:r>
              <a:rPr lang="en-US" sz="1000" dirty="0">
                <a:solidFill>
                  <a:srgbClr val="000000"/>
                </a:solidFill>
                <a:latin typeface="Inter" pitchFamily="34" charset="0"/>
                <a:ea typeface="Inter" pitchFamily="34" charset="-122"/>
                <a:cs typeface="Inter" pitchFamily="34" charset="-120"/>
              </a:rPr>
              <a:t>😢</a:t>
            </a:r>
            <a:r>
              <a:rPr lang="en-US" sz="1000" dirty="0">
                <a:solidFill>
                  <a:srgbClr val="272525"/>
                </a:solidFill>
                <a:latin typeface="Inter" pitchFamily="34" charset="0"/>
                <a:ea typeface="Inter" pitchFamily="34" charset="-122"/>
                <a:cs typeface="Inter" pitchFamily="34" charset="-120"/>
              </a:rPr>
              <a:t>, Chill </a:t>
            </a:r>
            <a:r>
              <a:rPr lang="en-US" sz="1000" dirty="0">
                <a:solidFill>
                  <a:srgbClr val="000000"/>
                </a:solidFill>
                <a:latin typeface="Inter" pitchFamily="34" charset="0"/>
                <a:ea typeface="Inter" pitchFamily="34" charset="-122"/>
                <a:cs typeface="Inter" pitchFamily="34" charset="-120"/>
              </a:rPr>
              <a:t>🧘</a:t>
            </a:r>
            <a:r>
              <a:rPr lang="en-US" sz="1000" dirty="0">
                <a:solidFill>
                  <a:srgbClr val="272525"/>
                </a:solidFill>
                <a:latin typeface="Inter" pitchFamily="34" charset="0"/>
                <a:ea typeface="Inter" pitchFamily="34" charset="-122"/>
                <a:cs typeface="Inter" pitchFamily="34" charset="-120"/>
              </a:rPr>
              <a:t>, or Energetic </a:t>
            </a:r>
            <a:r>
              <a:rPr lang="en-US" sz="1000" dirty="0">
                <a:solidFill>
                  <a:srgbClr val="000000"/>
                </a:solidFill>
                <a:latin typeface="Inter" pitchFamily="34" charset="0"/>
                <a:ea typeface="Inter" pitchFamily="34" charset="-122"/>
                <a:cs typeface="Inter" pitchFamily="34" charset="-120"/>
              </a:rPr>
              <a:t>⚡</a:t>
            </a:r>
            <a:r>
              <a:rPr lang="en-US" sz="1000" dirty="0">
                <a:solidFill>
                  <a:srgbClr val="272525"/>
                </a:solidFill>
                <a:latin typeface="Inter" pitchFamily="34" charset="0"/>
                <a:ea typeface="Inter" pitchFamily="34" charset="-122"/>
                <a:cs typeface="Inter" pitchFamily="34" charset="-120"/>
              </a:rPr>
              <a:t>. The system filters songs matching the emotional profile and generates a 15-song playlist.</a:t>
            </a:r>
            <a:endParaRPr lang="en-US" sz="1000" dirty="0"/>
          </a:p>
        </p:txBody>
      </p:sp>
      <p:sp>
        <p:nvSpPr>
          <p:cNvPr id="10" name="Text 6"/>
          <p:cNvSpPr/>
          <p:nvPr/>
        </p:nvSpPr>
        <p:spPr>
          <a:xfrm>
            <a:off x="7482245" y="7038737"/>
            <a:ext cx="5000387" cy="784741"/>
          </a:xfrm>
          <a:prstGeom prst="rect">
            <a:avLst/>
          </a:prstGeom>
          <a:noFill/>
          <a:ln/>
        </p:spPr>
        <p:txBody>
          <a:bodyPr wrap="square" lIns="0" tIns="0" rIns="0" bIns="0" rtlCol="0" anchor="t"/>
          <a:lstStyle/>
          <a:p>
            <a:pPr marL="342900" indent="-342900" algn="l">
              <a:lnSpc>
                <a:spcPts val="1350"/>
              </a:lnSpc>
              <a:buSzPct val="100000"/>
              <a:buChar char="•"/>
            </a:pPr>
            <a:r>
              <a:rPr lang="en-US" sz="1000" dirty="0">
                <a:solidFill>
                  <a:srgbClr val="272525"/>
                </a:solidFill>
                <a:latin typeface="Inter" pitchFamily="34" charset="0"/>
                <a:ea typeface="Inter" pitchFamily="34" charset="-122"/>
                <a:cs typeface="Inter" pitchFamily="34" charset="-120"/>
              </a:rPr>
              <a:t>Choose from four mood categories</a:t>
            </a:r>
            <a:endParaRPr lang="en-US" sz="1000" dirty="0"/>
          </a:p>
          <a:p>
            <a:pPr marL="342900" indent="-342900" algn="l">
              <a:lnSpc>
                <a:spcPts val="1350"/>
              </a:lnSpc>
              <a:buSzPct val="100000"/>
              <a:buChar char="•"/>
            </a:pPr>
            <a:r>
              <a:rPr lang="en-US" sz="1000" dirty="0">
                <a:solidFill>
                  <a:srgbClr val="272525"/>
                </a:solidFill>
                <a:latin typeface="Inter" pitchFamily="34" charset="0"/>
                <a:ea typeface="Inter" pitchFamily="34" charset="-122"/>
                <a:cs typeface="Inter" pitchFamily="34" charset="-120"/>
              </a:rPr>
              <a:t>Valence and energy filters applied</a:t>
            </a:r>
            <a:endParaRPr lang="en-US" sz="1000" dirty="0"/>
          </a:p>
          <a:p>
            <a:pPr marL="342900" indent="-342900" algn="l">
              <a:lnSpc>
                <a:spcPts val="1350"/>
              </a:lnSpc>
              <a:buSzPct val="100000"/>
              <a:buChar char="•"/>
            </a:pPr>
            <a:r>
              <a:rPr lang="en-US" sz="1000" dirty="0">
                <a:solidFill>
                  <a:srgbClr val="272525"/>
                </a:solidFill>
                <a:latin typeface="Inter" pitchFamily="34" charset="0"/>
                <a:ea typeface="Inter" pitchFamily="34" charset="-122"/>
                <a:cs typeface="Inter" pitchFamily="34" charset="-120"/>
              </a:rPr>
              <a:t>Popularity-based sorting</a:t>
            </a:r>
            <a:endParaRPr lang="en-US" sz="1000" dirty="0"/>
          </a:p>
          <a:p>
            <a:pPr marL="342900" indent="-342900" algn="l">
              <a:lnSpc>
                <a:spcPts val="1350"/>
              </a:lnSpc>
              <a:buSzPct val="100000"/>
              <a:buChar char="•"/>
            </a:pPr>
            <a:r>
              <a:rPr lang="en-US" sz="1000" dirty="0">
                <a:solidFill>
                  <a:srgbClr val="272525"/>
                </a:solidFill>
                <a:latin typeface="Inter" pitchFamily="34" charset="0"/>
                <a:ea typeface="Inter" pitchFamily="34" charset="-122"/>
                <a:cs typeface="Inter" pitchFamily="34" charset="-120"/>
              </a:rPr>
              <a:t>15-song playlist generated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8068" y="507325"/>
            <a:ext cx="7096958" cy="576501"/>
          </a:xfrm>
          <a:prstGeom prst="rect">
            <a:avLst/>
          </a:prstGeom>
          <a:noFill/>
          <a:ln/>
        </p:spPr>
        <p:txBody>
          <a:bodyPr wrap="none" lIns="0" tIns="0" rIns="0" bIns="0" rtlCol="0" anchor="t"/>
          <a:lstStyle/>
          <a:p>
            <a:pPr marL="0" indent="0" algn="l">
              <a:lnSpc>
                <a:spcPts val="4500"/>
              </a:lnSpc>
              <a:buNone/>
            </a:pPr>
            <a:r>
              <a:rPr lang="en-US" sz="3600" b="1" dirty="0">
                <a:solidFill>
                  <a:srgbClr val="000000"/>
                </a:solidFill>
                <a:latin typeface="Inter Bold" pitchFamily="34" charset="0"/>
                <a:ea typeface="Inter Bold" pitchFamily="34" charset="-122"/>
                <a:cs typeface="Inter Bold" pitchFamily="34" charset="-120"/>
              </a:rPr>
              <a:t>Hybrid Recommendation Model</a:t>
            </a:r>
            <a:endParaRPr lang="en-US" sz="3600" dirty="0"/>
          </a:p>
        </p:txBody>
      </p:sp>
      <p:sp>
        <p:nvSpPr>
          <p:cNvPr id="3" name="Text 1"/>
          <p:cNvSpPr/>
          <p:nvPr/>
        </p:nvSpPr>
        <p:spPr>
          <a:xfrm>
            <a:off x="738068" y="1426845"/>
            <a:ext cx="13154263" cy="284798"/>
          </a:xfrm>
          <a:prstGeom prst="rect">
            <a:avLst/>
          </a:prstGeom>
          <a:noFill/>
          <a:ln/>
        </p:spPr>
        <p:txBody>
          <a:bodyPr wrap="none" lIns="0" tIns="0" rIns="0" bIns="0" rtlCol="0" anchor="t"/>
          <a:lstStyle/>
          <a:p>
            <a:pPr marL="0" indent="0" algn="l">
              <a:lnSpc>
                <a:spcPts val="2200"/>
              </a:lnSpc>
              <a:buNone/>
            </a:pPr>
            <a:r>
              <a:rPr lang="en-US" sz="1450" dirty="0">
                <a:solidFill>
                  <a:srgbClr val="272525"/>
                </a:solidFill>
                <a:latin typeface="Inter" pitchFamily="34" charset="0"/>
                <a:ea typeface="Inter" pitchFamily="34" charset="-122"/>
                <a:cs typeface="Inter" pitchFamily="34" charset="-120"/>
              </a:rPr>
              <a:t>The system combines audio feature analysis with popularity metrics to improve recommendation accuracy and relevance.</a:t>
            </a:r>
            <a:endParaRPr lang="en-US" sz="1450" dirty="0"/>
          </a:p>
        </p:txBody>
      </p:sp>
      <p:sp>
        <p:nvSpPr>
          <p:cNvPr id="4" name="Text 2"/>
          <p:cNvSpPr/>
          <p:nvPr/>
        </p:nvSpPr>
        <p:spPr>
          <a:xfrm>
            <a:off x="2172653" y="3157418"/>
            <a:ext cx="2471618" cy="288250"/>
          </a:xfrm>
          <a:prstGeom prst="rect">
            <a:avLst/>
          </a:prstGeom>
          <a:noFill/>
          <a:ln/>
        </p:spPr>
        <p:txBody>
          <a:bodyPr wrap="none" lIns="0" tIns="0" rIns="0" bIns="0" rtlCol="0" anchor="t"/>
          <a:lstStyle/>
          <a:p>
            <a:pPr marL="0" indent="0" algn="r">
              <a:lnSpc>
                <a:spcPts val="2250"/>
              </a:lnSpc>
              <a:buNone/>
            </a:pPr>
            <a:r>
              <a:rPr lang="en-US" sz="1800" b="1" dirty="0">
                <a:solidFill>
                  <a:srgbClr val="272525"/>
                </a:solidFill>
                <a:latin typeface="Inter Bold" pitchFamily="34" charset="0"/>
                <a:ea typeface="Inter Bold" pitchFamily="34" charset="-122"/>
                <a:cs typeface="Inter Bold" pitchFamily="34" charset="-120"/>
              </a:rPr>
              <a:t>Audio Features (60%)</a:t>
            </a:r>
            <a:endParaRPr lang="en-US" sz="1800" dirty="0"/>
          </a:p>
        </p:txBody>
      </p:sp>
      <p:sp>
        <p:nvSpPr>
          <p:cNvPr id="5" name="Text 3"/>
          <p:cNvSpPr/>
          <p:nvPr/>
        </p:nvSpPr>
        <p:spPr>
          <a:xfrm>
            <a:off x="738068" y="3548539"/>
            <a:ext cx="3906202" cy="284798"/>
          </a:xfrm>
          <a:prstGeom prst="rect">
            <a:avLst/>
          </a:prstGeom>
          <a:noFill/>
          <a:ln/>
        </p:spPr>
        <p:txBody>
          <a:bodyPr wrap="none" lIns="0" tIns="0" rIns="0" bIns="0" rtlCol="0" anchor="t"/>
          <a:lstStyle/>
          <a:p>
            <a:pPr marL="0" indent="0" algn="r">
              <a:lnSpc>
                <a:spcPts val="2200"/>
              </a:lnSpc>
              <a:buNone/>
            </a:pPr>
            <a:r>
              <a:rPr lang="en-US" sz="1450" dirty="0">
                <a:solidFill>
                  <a:srgbClr val="272525"/>
                </a:solidFill>
                <a:latin typeface="Inter" pitchFamily="34" charset="0"/>
                <a:ea typeface="Inter" pitchFamily="34" charset="-122"/>
                <a:cs typeface="Inter" pitchFamily="34" charset="-120"/>
              </a:rPr>
              <a:t>Weighted calculation based on:</a:t>
            </a:r>
            <a:endParaRPr lang="en-US" sz="1450" dirty="0"/>
          </a:p>
        </p:txBody>
      </p:sp>
      <p:sp>
        <p:nvSpPr>
          <p:cNvPr id="6" name="Text 4"/>
          <p:cNvSpPr/>
          <p:nvPr/>
        </p:nvSpPr>
        <p:spPr>
          <a:xfrm>
            <a:off x="738068" y="3936206"/>
            <a:ext cx="3906202" cy="1319213"/>
          </a:xfrm>
          <a:prstGeom prst="rect">
            <a:avLst/>
          </a:prstGeom>
          <a:noFill/>
          <a:ln/>
        </p:spPr>
        <p:txBody>
          <a:bodyPr wrap="square" lIns="0" tIns="0" rIns="0" bIns="0" rtlCol="0" anchor="t"/>
          <a:lstStyle/>
          <a:p>
            <a:pPr marL="342900" indent="-342900" algn="l">
              <a:lnSpc>
                <a:spcPts val="2200"/>
              </a:lnSpc>
              <a:buSzPct val="100000"/>
              <a:buChar char="•"/>
            </a:pPr>
            <a:r>
              <a:rPr lang="en-US" sz="1450" dirty="0">
                <a:solidFill>
                  <a:srgbClr val="272525"/>
                </a:solidFill>
                <a:latin typeface="Inter" pitchFamily="34" charset="0"/>
                <a:ea typeface="Inter" pitchFamily="34" charset="-122"/>
                <a:cs typeface="Inter" pitchFamily="34" charset="-120"/>
              </a:rPr>
              <a:t>Danceability</a:t>
            </a:r>
            <a:endParaRPr lang="en-US" sz="1450" dirty="0"/>
          </a:p>
          <a:p>
            <a:pPr marL="342900" indent="-342900" algn="l">
              <a:lnSpc>
                <a:spcPts val="2200"/>
              </a:lnSpc>
              <a:buSzPct val="100000"/>
              <a:buChar char="•"/>
            </a:pPr>
            <a:r>
              <a:rPr lang="en-US" sz="1450" dirty="0">
                <a:solidFill>
                  <a:srgbClr val="272525"/>
                </a:solidFill>
                <a:latin typeface="Inter" pitchFamily="34" charset="0"/>
                <a:ea typeface="Inter" pitchFamily="34" charset="-122"/>
                <a:cs typeface="Inter" pitchFamily="34" charset="-120"/>
              </a:rPr>
              <a:t>Energy levels</a:t>
            </a:r>
            <a:endParaRPr lang="en-US" sz="1450" dirty="0"/>
          </a:p>
          <a:p>
            <a:pPr marL="342900" indent="-342900" algn="l">
              <a:lnSpc>
                <a:spcPts val="2200"/>
              </a:lnSpc>
              <a:buSzPct val="100000"/>
              <a:buChar char="•"/>
            </a:pPr>
            <a:r>
              <a:rPr lang="en-US" sz="1450" dirty="0">
                <a:solidFill>
                  <a:srgbClr val="272525"/>
                </a:solidFill>
                <a:latin typeface="Inter" pitchFamily="34" charset="0"/>
                <a:ea typeface="Inter" pitchFamily="34" charset="-122"/>
                <a:cs typeface="Inter" pitchFamily="34" charset="-120"/>
              </a:rPr>
              <a:t>Acousticness</a:t>
            </a:r>
            <a:endParaRPr lang="en-US" sz="1450" dirty="0"/>
          </a:p>
          <a:p>
            <a:pPr marL="342900" indent="-342900" algn="l">
              <a:lnSpc>
                <a:spcPts val="2200"/>
              </a:lnSpc>
              <a:buSzPct val="100000"/>
              <a:buChar char="•"/>
            </a:pPr>
            <a:r>
              <a:rPr lang="en-US" sz="1450" dirty="0">
                <a:solidFill>
                  <a:srgbClr val="272525"/>
                </a:solidFill>
                <a:latin typeface="Inter" pitchFamily="34" charset="0"/>
                <a:ea typeface="Inter" pitchFamily="34" charset="-122"/>
                <a:cs typeface="Inter" pitchFamily="34" charset="-120"/>
              </a:rPr>
              <a:t>Tempo analysis</a:t>
            </a:r>
            <a:endParaRPr lang="en-US" sz="1450" dirty="0"/>
          </a:p>
        </p:txBody>
      </p:sp>
      <p:pic>
        <p:nvPicPr>
          <p:cNvPr id="7" name="Image 0" descr="preencoded.png"/>
          <p:cNvPicPr>
            <a:picLocks noChangeAspect="1"/>
          </p:cNvPicPr>
          <p:nvPr/>
        </p:nvPicPr>
        <p:blipFill>
          <a:blip r:embed="rId3"/>
          <a:stretch>
            <a:fillRect/>
          </a:stretch>
        </p:blipFill>
        <p:spPr>
          <a:xfrm>
            <a:off x="5013246" y="1904524"/>
            <a:ext cx="4603909" cy="4603909"/>
          </a:xfrm>
          <a:prstGeom prst="rect">
            <a:avLst/>
          </a:prstGeom>
        </p:spPr>
      </p:pic>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65815" y="4068485"/>
            <a:ext cx="275987" cy="275987"/>
          </a:xfrm>
          <a:prstGeom prst="rect">
            <a:avLst/>
          </a:prstGeom>
        </p:spPr>
      </p:pic>
      <p:sp>
        <p:nvSpPr>
          <p:cNvPr id="9" name="Text 5"/>
          <p:cNvSpPr/>
          <p:nvPr/>
        </p:nvSpPr>
        <p:spPr>
          <a:xfrm>
            <a:off x="9986129" y="3187422"/>
            <a:ext cx="2641402" cy="288250"/>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Popularity Score (40%)</a:t>
            </a:r>
            <a:endParaRPr lang="en-US" sz="1800" dirty="0"/>
          </a:p>
        </p:txBody>
      </p:sp>
      <p:sp>
        <p:nvSpPr>
          <p:cNvPr id="10" name="Text 6"/>
          <p:cNvSpPr/>
          <p:nvPr/>
        </p:nvSpPr>
        <p:spPr>
          <a:xfrm>
            <a:off x="9986129" y="3578543"/>
            <a:ext cx="3906202" cy="569595"/>
          </a:xfrm>
          <a:prstGeom prst="rect">
            <a:avLst/>
          </a:prstGeom>
          <a:noFill/>
          <a:ln/>
        </p:spPr>
        <p:txBody>
          <a:bodyPr wrap="square" lIns="0" tIns="0" rIns="0" bIns="0" rtlCol="0" anchor="t"/>
          <a:lstStyle/>
          <a:p>
            <a:pPr marL="0" indent="0" algn="l">
              <a:lnSpc>
                <a:spcPts val="2200"/>
              </a:lnSpc>
              <a:buNone/>
            </a:pPr>
            <a:r>
              <a:rPr lang="en-US" sz="1450" dirty="0">
                <a:solidFill>
                  <a:srgbClr val="272525"/>
                </a:solidFill>
                <a:latin typeface="Inter" pitchFamily="34" charset="0"/>
                <a:ea typeface="Inter" pitchFamily="34" charset="-122"/>
                <a:cs typeface="Inter" pitchFamily="34" charset="-120"/>
              </a:rPr>
              <a:t>Factors in song popularity to balance discovery with quality:</a:t>
            </a:r>
            <a:endParaRPr lang="en-US" sz="1450" dirty="0"/>
          </a:p>
        </p:txBody>
      </p:sp>
      <p:sp>
        <p:nvSpPr>
          <p:cNvPr id="11" name="Text 7"/>
          <p:cNvSpPr/>
          <p:nvPr/>
        </p:nvSpPr>
        <p:spPr>
          <a:xfrm>
            <a:off x="9986129" y="4251008"/>
            <a:ext cx="3906202" cy="974408"/>
          </a:xfrm>
          <a:prstGeom prst="rect">
            <a:avLst/>
          </a:prstGeom>
          <a:noFill/>
          <a:ln/>
        </p:spPr>
        <p:txBody>
          <a:bodyPr wrap="square" lIns="0" tIns="0" rIns="0" bIns="0" rtlCol="0" anchor="t"/>
          <a:lstStyle/>
          <a:p>
            <a:pPr marL="342900" indent="-342900" algn="l">
              <a:lnSpc>
                <a:spcPts val="2200"/>
              </a:lnSpc>
              <a:buSzPct val="100000"/>
              <a:buChar char="•"/>
            </a:pPr>
            <a:r>
              <a:rPr lang="en-US" sz="1450" dirty="0">
                <a:solidFill>
                  <a:srgbClr val="272525"/>
                </a:solidFill>
                <a:latin typeface="Inter" pitchFamily="34" charset="0"/>
                <a:ea typeface="Inter" pitchFamily="34" charset="-122"/>
                <a:cs typeface="Inter" pitchFamily="34" charset="-120"/>
              </a:rPr>
              <a:t>Track popularity metrics</a:t>
            </a:r>
            <a:endParaRPr lang="en-US" sz="1450" dirty="0"/>
          </a:p>
          <a:p>
            <a:pPr marL="342900" indent="-342900" algn="l">
              <a:lnSpc>
                <a:spcPts val="2200"/>
              </a:lnSpc>
              <a:buSzPct val="100000"/>
              <a:buChar char="•"/>
            </a:pPr>
            <a:r>
              <a:rPr lang="en-US" sz="1450" dirty="0">
                <a:solidFill>
                  <a:srgbClr val="272525"/>
                </a:solidFill>
                <a:latin typeface="Inter" pitchFamily="34" charset="0"/>
                <a:ea typeface="Inter" pitchFamily="34" charset="-122"/>
                <a:cs typeface="Inter" pitchFamily="34" charset="-120"/>
              </a:rPr>
              <a:t>Hybrid scoring formula</a:t>
            </a:r>
            <a:endParaRPr lang="en-US" sz="1450" dirty="0"/>
          </a:p>
          <a:p>
            <a:pPr marL="342900" indent="-342900" algn="l">
              <a:lnSpc>
                <a:spcPts val="2200"/>
              </a:lnSpc>
              <a:buSzPct val="100000"/>
              <a:buChar char="•"/>
            </a:pPr>
            <a:r>
              <a:rPr lang="en-US" sz="1450" dirty="0">
                <a:solidFill>
                  <a:srgbClr val="272525"/>
                </a:solidFill>
                <a:latin typeface="Inter" pitchFamily="34" charset="0"/>
                <a:ea typeface="Inter" pitchFamily="34" charset="-122"/>
                <a:cs typeface="Inter" pitchFamily="34" charset="-120"/>
              </a:rPr>
              <a:t>Balanced recommendations</a:t>
            </a:r>
            <a:endParaRPr lang="en-US" sz="1450" dirty="0"/>
          </a:p>
        </p:txBody>
      </p:sp>
      <p:pic>
        <p:nvPicPr>
          <p:cNvPr id="12" name="Image 2" descr="preencoded.png"/>
          <p:cNvPicPr>
            <a:picLocks noChangeAspect="1"/>
          </p:cNvPicPr>
          <p:nvPr/>
        </p:nvPicPr>
        <p:blipFill>
          <a:blip r:embed="rId5"/>
          <a:stretch>
            <a:fillRect/>
          </a:stretch>
        </p:blipFill>
        <p:spPr>
          <a:xfrm>
            <a:off x="5013246" y="1904524"/>
            <a:ext cx="4603909" cy="4603909"/>
          </a:xfrm>
          <a:prstGeom prst="rect">
            <a:avLst/>
          </a:prstGeom>
        </p:spPr>
      </p:pic>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88479" y="4068485"/>
            <a:ext cx="275987" cy="275987"/>
          </a:xfrm>
          <a:prstGeom prst="rect">
            <a:avLst/>
          </a:prstGeom>
        </p:spPr>
      </p:pic>
      <p:sp>
        <p:nvSpPr>
          <p:cNvPr id="14" name="Shape 8"/>
          <p:cNvSpPr/>
          <p:nvPr/>
        </p:nvSpPr>
        <p:spPr>
          <a:xfrm>
            <a:off x="738068" y="6701314"/>
            <a:ext cx="13154263" cy="1033582"/>
          </a:xfrm>
          <a:prstGeom prst="roundRect">
            <a:avLst>
              <a:gd name="adj" fmla="val 7498"/>
            </a:avLst>
          </a:prstGeom>
          <a:solidFill>
            <a:srgbClr val="C7C9EA"/>
          </a:solidFill>
          <a:ln/>
        </p:spPr>
      </p:sp>
      <p:pic>
        <p:nvPicPr>
          <p:cNvPr id="15" name="Image 4" descr="preencoded.png"/>
          <p:cNvPicPr>
            <a:picLocks noChangeAspect="1"/>
          </p:cNvPicPr>
          <p:nvPr/>
        </p:nvPicPr>
        <p:blipFill>
          <a:blip r:embed="rId7"/>
          <a:stretch>
            <a:fillRect/>
          </a:stretch>
        </p:blipFill>
        <p:spPr>
          <a:xfrm>
            <a:off x="922496" y="6976110"/>
            <a:ext cx="230624" cy="184428"/>
          </a:xfrm>
          <a:prstGeom prst="rect">
            <a:avLst/>
          </a:prstGeom>
        </p:spPr>
      </p:pic>
      <p:sp>
        <p:nvSpPr>
          <p:cNvPr id="16" name="Text 9"/>
          <p:cNvSpPr/>
          <p:nvPr/>
        </p:nvSpPr>
        <p:spPr>
          <a:xfrm>
            <a:off x="1337548" y="6918841"/>
            <a:ext cx="12370356" cy="569595"/>
          </a:xfrm>
          <a:prstGeom prst="rect">
            <a:avLst/>
          </a:prstGeom>
          <a:noFill/>
          <a:ln/>
        </p:spPr>
        <p:txBody>
          <a:bodyPr wrap="square" lIns="0" tIns="0" rIns="0" bIns="0" rtlCol="0" anchor="t"/>
          <a:lstStyle/>
          <a:p>
            <a:pPr marL="0" indent="0" algn="l">
              <a:lnSpc>
                <a:spcPts val="2200"/>
              </a:lnSpc>
              <a:buNone/>
            </a:pPr>
            <a:r>
              <a:rPr lang="en-US" sz="1450" b="1" dirty="0">
                <a:solidFill>
                  <a:srgbClr val="000000"/>
                </a:solidFill>
                <a:latin typeface="Inter" pitchFamily="34" charset="0"/>
                <a:ea typeface="Inter" pitchFamily="34" charset="-122"/>
                <a:cs typeface="Inter" pitchFamily="34" charset="-120"/>
              </a:rPr>
              <a:t>Why Hybrid?</a:t>
            </a:r>
            <a:r>
              <a:rPr lang="en-US" sz="1450" dirty="0">
                <a:solidFill>
                  <a:srgbClr val="000000"/>
                </a:solidFill>
                <a:latin typeface="Inter" pitchFamily="34" charset="0"/>
                <a:ea typeface="Inter" pitchFamily="34" charset="-122"/>
                <a:cs typeface="Inter" pitchFamily="34" charset="-120"/>
              </a:rPr>
              <a:t> Combining similarity with popularity ensures users discover both relevant songs and quality tracks that others enjoy, improving overall recommendation quality.</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65CC161-7F6C-D6AE-50B2-71E60578A507}"/>
              </a:ext>
            </a:extLst>
          </p:cNvPr>
          <p:cNvPicPr>
            <a:picLocks noChangeAspect="1"/>
          </p:cNvPicPr>
          <p:nvPr/>
        </p:nvPicPr>
        <p:blipFill>
          <a:blip r:embed="rId2"/>
          <a:stretch>
            <a:fillRect/>
          </a:stretch>
        </p:blipFill>
        <p:spPr>
          <a:xfrm>
            <a:off x="1" y="1"/>
            <a:ext cx="14773618" cy="8394852"/>
          </a:xfrm>
          <a:prstGeom prst="rect">
            <a:avLst/>
          </a:prstGeom>
        </p:spPr>
      </p:pic>
    </p:spTree>
    <p:extLst>
      <p:ext uri="{BB962C8B-B14F-4D97-AF65-F5344CB8AC3E}">
        <p14:creationId xmlns:p14="http://schemas.microsoft.com/office/powerpoint/2010/main" val="1347634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67212" y="555308"/>
            <a:ext cx="4880491" cy="609957"/>
          </a:xfrm>
          <a:prstGeom prst="rect">
            <a:avLst/>
          </a:prstGeom>
          <a:noFill/>
          <a:ln/>
        </p:spPr>
        <p:txBody>
          <a:bodyPr wrap="none" lIns="0" tIns="0" rIns="0" bIns="0" rtlCol="0" anchor="t"/>
          <a:lstStyle/>
          <a:p>
            <a:pPr marL="0" indent="0" algn="l">
              <a:lnSpc>
                <a:spcPts val="4800"/>
              </a:lnSpc>
              <a:buNone/>
            </a:pPr>
            <a:r>
              <a:rPr lang="en-US" sz="3800" b="1" dirty="0">
                <a:solidFill>
                  <a:srgbClr val="000000"/>
                </a:solidFill>
                <a:latin typeface="Inter Bold" pitchFamily="34" charset="0"/>
                <a:ea typeface="Inter Bold" pitchFamily="34" charset="-122"/>
                <a:cs typeface="Inter Bold" pitchFamily="34" charset="-120"/>
              </a:rPr>
              <a:t>Technology Stack</a:t>
            </a:r>
            <a:endParaRPr lang="en-US" sz="3800" dirty="0"/>
          </a:p>
        </p:txBody>
      </p:sp>
      <p:sp>
        <p:nvSpPr>
          <p:cNvPr id="4" name="Shape 1"/>
          <p:cNvSpPr/>
          <p:nvPr/>
        </p:nvSpPr>
        <p:spPr>
          <a:xfrm>
            <a:off x="6267212" y="1746052"/>
            <a:ext cx="3695224" cy="2876669"/>
          </a:xfrm>
          <a:prstGeom prst="roundRect">
            <a:avLst>
              <a:gd name="adj" fmla="val 3814"/>
            </a:avLst>
          </a:prstGeom>
          <a:solidFill>
            <a:srgbClr val="FFFFFF"/>
          </a:solidFill>
          <a:ln/>
        </p:spPr>
      </p:sp>
      <p:sp>
        <p:nvSpPr>
          <p:cNvPr id="5" name="Shape 2"/>
          <p:cNvSpPr/>
          <p:nvPr/>
        </p:nvSpPr>
        <p:spPr>
          <a:xfrm>
            <a:off x="6267212" y="1723192"/>
            <a:ext cx="3695224" cy="91440"/>
          </a:xfrm>
          <a:prstGeom prst="roundRect">
            <a:avLst>
              <a:gd name="adj" fmla="val 89668"/>
            </a:avLst>
          </a:prstGeom>
          <a:solidFill>
            <a:srgbClr val="4950BC"/>
          </a:solidFill>
          <a:ln/>
        </p:spPr>
      </p:sp>
      <p:sp>
        <p:nvSpPr>
          <p:cNvPr id="6" name="Shape 3"/>
          <p:cNvSpPr/>
          <p:nvPr/>
        </p:nvSpPr>
        <p:spPr>
          <a:xfrm>
            <a:off x="7822049" y="1453277"/>
            <a:ext cx="585549" cy="585549"/>
          </a:xfrm>
          <a:prstGeom prst="roundRect">
            <a:avLst>
              <a:gd name="adj" fmla="val 156161"/>
            </a:avLst>
          </a:prstGeom>
          <a:solidFill>
            <a:srgbClr val="4950BC"/>
          </a:solidFill>
          <a:ln/>
        </p:spPr>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97666" y="1628894"/>
            <a:ext cx="234196" cy="234196"/>
          </a:xfrm>
          <a:prstGeom prst="rect">
            <a:avLst/>
          </a:prstGeom>
        </p:spPr>
      </p:pic>
      <p:sp>
        <p:nvSpPr>
          <p:cNvPr id="8" name="Text 4"/>
          <p:cNvSpPr/>
          <p:nvPr/>
        </p:nvSpPr>
        <p:spPr>
          <a:xfrm>
            <a:off x="6485215" y="2234089"/>
            <a:ext cx="2440186" cy="305038"/>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latin typeface="Inter Bold" pitchFamily="34" charset="0"/>
                <a:ea typeface="Inter Bold" pitchFamily="34" charset="-122"/>
                <a:cs typeface="Inter Bold" pitchFamily="34" charset="-120"/>
              </a:rPr>
              <a:t>Backend Framework</a:t>
            </a:r>
            <a:endParaRPr lang="en-US" sz="1900" dirty="0"/>
          </a:p>
        </p:txBody>
      </p:sp>
      <p:sp>
        <p:nvSpPr>
          <p:cNvPr id="9" name="Text 5"/>
          <p:cNvSpPr/>
          <p:nvPr/>
        </p:nvSpPr>
        <p:spPr>
          <a:xfrm>
            <a:off x="6485215" y="2654260"/>
            <a:ext cx="3259217" cy="1750457"/>
          </a:xfrm>
          <a:prstGeom prst="rect">
            <a:avLst/>
          </a:prstGeom>
          <a:noFill/>
          <a:ln/>
        </p:spPr>
        <p:txBody>
          <a:bodyPr wrap="square" lIns="0" tIns="0" rIns="0" bIns="0" rtlCol="0" anchor="t"/>
          <a:lstStyle/>
          <a:p>
            <a:pPr marL="342900" indent="-342900" algn="l">
              <a:lnSpc>
                <a:spcPts val="2400"/>
              </a:lnSpc>
              <a:buSzPct val="100000"/>
              <a:buChar char="•"/>
            </a:pPr>
            <a:r>
              <a:rPr lang="en-US" sz="1500" dirty="0">
                <a:solidFill>
                  <a:srgbClr val="272525"/>
                </a:solidFill>
                <a:latin typeface="Inter" pitchFamily="34" charset="0"/>
                <a:ea typeface="Inter" pitchFamily="34" charset="-122"/>
                <a:cs typeface="Inter" pitchFamily="34" charset="-120"/>
              </a:rPr>
              <a:t>Flask for web server</a:t>
            </a:r>
            <a:endParaRPr lang="en-US" sz="1500" dirty="0"/>
          </a:p>
          <a:p>
            <a:pPr marL="342900" indent="-342900" algn="l">
              <a:lnSpc>
                <a:spcPts val="2400"/>
              </a:lnSpc>
              <a:buSzPct val="100000"/>
              <a:buChar char="•"/>
            </a:pPr>
            <a:r>
              <a:rPr lang="en-US" sz="1500" dirty="0">
                <a:solidFill>
                  <a:srgbClr val="272525"/>
                </a:solidFill>
                <a:latin typeface="Inter" pitchFamily="34" charset="0"/>
                <a:ea typeface="Inter" pitchFamily="34" charset="-122"/>
                <a:cs typeface="Inter" pitchFamily="34" charset="-120"/>
              </a:rPr>
              <a:t>Pandas for data manipulation</a:t>
            </a:r>
            <a:endParaRPr lang="en-US" sz="1500" dirty="0"/>
          </a:p>
          <a:p>
            <a:pPr marL="342900" indent="-342900" algn="l">
              <a:lnSpc>
                <a:spcPts val="2400"/>
              </a:lnSpc>
              <a:buSzPct val="100000"/>
              <a:buChar char="•"/>
            </a:pPr>
            <a:r>
              <a:rPr lang="en-US" sz="1500" dirty="0">
                <a:solidFill>
                  <a:srgbClr val="272525"/>
                </a:solidFill>
                <a:latin typeface="Inter" pitchFamily="34" charset="0"/>
                <a:ea typeface="Inter" pitchFamily="34" charset="-122"/>
                <a:cs typeface="Inter" pitchFamily="34" charset="-120"/>
              </a:rPr>
              <a:t>Scikit-learn for ML algorithms</a:t>
            </a:r>
            <a:endParaRPr lang="en-US" sz="1500" dirty="0"/>
          </a:p>
          <a:p>
            <a:pPr marL="342900" indent="-342900" algn="l">
              <a:lnSpc>
                <a:spcPts val="2400"/>
              </a:lnSpc>
              <a:buSzPct val="100000"/>
              <a:buChar char="•"/>
            </a:pPr>
            <a:r>
              <a:rPr lang="en-US" sz="1500" dirty="0">
                <a:solidFill>
                  <a:srgbClr val="272525"/>
                </a:solidFill>
                <a:latin typeface="Inter" pitchFamily="34" charset="0"/>
                <a:ea typeface="Inter" pitchFamily="34" charset="-122"/>
                <a:cs typeface="Inter" pitchFamily="34" charset="-120"/>
              </a:rPr>
              <a:t>NumPy for numerical computing</a:t>
            </a:r>
            <a:endParaRPr lang="en-US" sz="1500" dirty="0"/>
          </a:p>
        </p:txBody>
      </p:sp>
      <p:sp>
        <p:nvSpPr>
          <p:cNvPr id="10" name="Shape 6"/>
          <p:cNvSpPr/>
          <p:nvPr/>
        </p:nvSpPr>
        <p:spPr>
          <a:xfrm>
            <a:off x="10154364" y="1746052"/>
            <a:ext cx="3695224" cy="2876669"/>
          </a:xfrm>
          <a:prstGeom prst="roundRect">
            <a:avLst>
              <a:gd name="adj" fmla="val 3814"/>
            </a:avLst>
          </a:prstGeom>
          <a:solidFill>
            <a:srgbClr val="FFFFFF"/>
          </a:solidFill>
          <a:ln/>
        </p:spPr>
      </p:sp>
      <p:sp>
        <p:nvSpPr>
          <p:cNvPr id="11" name="Shape 7"/>
          <p:cNvSpPr/>
          <p:nvPr/>
        </p:nvSpPr>
        <p:spPr>
          <a:xfrm>
            <a:off x="10154364" y="1723192"/>
            <a:ext cx="3695224" cy="91440"/>
          </a:xfrm>
          <a:prstGeom prst="roundRect">
            <a:avLst>
              <a:gd name="adj" fmla="val 89668"/>
            </a:avLst>
          </a:prstGeom>
          <a:solidFill>
            <a:srgbClr val="4950BC"/>
          </a:solidFill>
          <a:ln/>
        </p:spPr>
      </p:sp>
      <p:sp>
        <p:nvSpPr>
          <p:cNvPr id="12" name="Shape 8"/>
          <p:cNvSpPr/>
          <p:nvPr/>
        </p:nvSpPr>
        <p:spPr>
          <a:xfrm>
            <a:off x="11709202" y="1453277"/>
            <a:ext cx="585549" cy="585549"/>
          </a:xfrm>
          <a:prstGeom prst="roundRect">
            <a:avLst>
              <a:gd name="adj" fmla="val 156161"/>
            </a:avLst>
          </a:prstGeom>
          <a:solidFill>
            <a:srgbClr val="4950BC"/>
          </a:solidFill>
          <a:ln/>
        </p:spPr>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884819" y="1628894"/>
            <a:ext cx="234196" cy="234196"/>
          </a:xfrm>
          <a:prstGeom prst="rect">
            <a:avLst/>
          </a:prstGeom>
        </p:spPr>
      </p:pic>
      <p:sp>
        <p:nvSpPr>
          <p:cNvPr id="14" name="Text 9"/>
          <p:cNvSpPr/>
          <p:nvPr/>
        </p:nvSpPr>
        <p:spPr>
          <a:xfrm>
            <a:off x="10372368" y="2234089"/>
            <a:ext cx="2733080" cy="305038"/>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latin typeface="Inter Bold" pitchFamily="34" charset="0"/>
                <a:ea typeface="Inter Bold" pitchFamily="34" charset="-122"/>
                <a:cs typeface="Inter Bold" pitchFamily="34" charset="-120"/>
              </a:rPr>
              <a:t>Frontend Technologies</a:t>
            </a:r>
            <a:endParaRPr lang="en-US" sz="1900" dirty="0"/>
          </a:p>
        </p:txBody>
      </p:sp>
      <p:sp>
        <p:nvSpPr>
          <p:cNvPr id="15" name="Text 10"/>
          <p:cNvSpPr/>
          <p:nvPr/>
        </p:nvSpPr>
        <p:spPr>
          <a:xfrm>
            <a:off x="10372368" y="2654260"/>
            <a:ext cx="3259217" cy="1440656"/>
          </a:xfrm>
          <a:prstGeom prst="rect">
            <a:avLst/>
          </a:prstGeom>
          <a:noFill/>
          <a:ln/>
        </p:spPr>
        <p:txBody>
          <a:bodyPr wrap="square" lIns="0" tIns="0" rIns="0" bIns="0" rtlCol="0" anchor="t"/>
          <a:lstStyle/>
          <a:p>
            <a:pPr marL="342900" indent="-342900" algn="l">
              <a:lnSpc>
                <a:spcPts val="2400"/>
              </a:lnSpc>
              <a:buSzPct val="100000"/>
              <a:buChar char="•"/>
            </a:pPr>
            <a:r>
              <a:rPr lang="en-US" sz="1500" dirty="0">
                <a:solidFill>
                  <a:srgbClr val="272525"/>
                </a:solidFill>
                <a:latin typeface="Inter" pitchFamily="34" charset="0"/>
                <a:ea typeface="Inter" pitchFamily="34" charset="-122"/>
                <a:cs typeface="Inter" pitchFamily="34" charset="-120"/>
              </a:rPr>
              <a:t>HTML5 for structure</a:t>
            </a:r>
            <a:endParaRPr lang="en-US" sz="1500" dirty="0"/>
          </a:p>
          <a:p>
            <a:pPr marL="342900" indent="-342900" algn="l">
              <a:lnSpc>
                <a:spcPts val="2400"/>
              </a:lnSpc>
              <a:buSzPct val="100000"/>
              <a:buChar char="•"/>
            </a:pPr>
            <a:r>
              <a:rPr lang="en-US" sz="1500" dirty="0">
                <a:solidFill>
                  <a:srgbClr val="272525"/>
                </a:solidFill>
                <a:latin typeface="Inter" pitchFamily="34" charset="0"/>
                <a:ea typeface="Inter" pitchFamily="34" charset="-122"/>
                <a:cs typeface="Inter" pitchFamily="34" charset="-120"/>
              </a:rPr>
              <a:t>CSS3 for styling</a:t>
            </a:r>
            <a:endParaRPr lang="en-US" sz="1500" dirty="0"/>
          </a:p>
          <a:p>
            <a:pPr marL="342900" indent="-342900" algn="l">
              <a:lnSpc>
                <a:spcPts val="2400"/>
              </a:lnSpc>
              <a:buSzPct val="100000"/>
              <a:buChar char="•"/>
            </a:pPr>
            <a:r>
              <a:rPr lang="en-US" sz="1500" dirty="0">
                <a:solidFill>
                  <a:srgbClr val="272525"/>
                </a:solidFill>
                <a:latin typeface="Inter" pitchFamily="34" charset="0"/>
                <a:ea typeface="Inter" pitchFamily="34" charset="-122"/>
                <a:cs typeface="Inter" pitchFamily="34" charset="-120"/>
              </a:rPr>
              <a:t>JavaScript Fetch API</a:t>
            </a:r>
            <a:endParaRPr lang="en-US" sz="1500" dirty="0"/>
          </a:p>
          <a:p>
            <a:pPr marL="342900" indent="-342900" algn="l">
              <a:lnSpc>
                <a:spcPts val="2400"/>
              </a:lnSpc>
              <a:buSzPct val="100000"/>
              <a:buChar char="•"/>
            </a:pPr>
            <a:r>
              <a:rPr lang="en-US" sz="1500" dirty="0">
                <a:solidFill>
                  <a:srgbClr val="272525"/>
                </a:solidFill>
                <a:latin typeface="Inter" pitchFamily="34" charset="0"/>
                <a:ea typeface="Inter" pitchFamily="34" charset="-122"/>
                <a:cs typeface="Inter" pitchFamily="34" charset="-120"/>
              </a:rPr>
              <a:t>Responsive design</a:t>
            </a:r>
            <a:endParaRPr lang="en-US" sz="1500" dirty="0"/>
          </a:p>
        </p:txBody>
      </p:sp>
      <p:sp>
        <p:nvSpPr>
          <p:cNvPr id="16" name="Shape 11"/>
          <p:cNvSpPr/>
          <p:nvPr/>
        </p:nvSpPr>
        <p:spPr>
          <a:xfrm>
            <a:off x="6267212" y="5107424"/>
            <a:ext cx="7582376" cy="2566868"/>
          </a:xfrm>
          <a:prstGeom prst="roundRect">
            <a:avLst>
              <a:gd name="adj" fmla="val 4275"/>
            </a:avLst>
          </a:prstGeom>
          <a:solidFill>
            <a:srgbClr val="FFFFFF"/>
          </a:solidFill>
          <a:ln/>
        </p:spPr>
      </p:sp>
      <p:sp>
        <p:nvSpPr>
          <p:cNvPr id="17" name="Shape 12"/>
          <p:cNvSpPr/>
          <p:nvPr/>
        </p:nvSpPr>
        <p:spPr>
          <a:xfrm>
            <a:off x="6267212" y="5084564"/>
            <a:ext cx="7582376" cy="91440"/>
          </a:xfrm>
          <a:prstGeom prst="roundRect">
            <a:avLst>
              <a:gd name="adj" fmla="val 89668"/>
            </a:avLst>
          </a:prstGeom>
          <a:solidFill>
            <a:srgbClr val="4950BC"/>
          </a:solidFill>
          <a:ln/>
        </p:spPr>
      </p:sp>
      <p:sp>
        <p:nvSpPr>
          <p:cNvPr id="18" name="Shape 13"/>
          <p:cNvSpPr/>
          <p:nvPr/>
        </p:nvSpPr>
        <p:spPr>
          <a:xfrm>
            <a:off x="9765625" y="4814649"/>
            <a:ext cx="585549" cy="585549"/>
          </a:xfrm>
          <a:prstGeom prst="roundRect">
            <a:avLst>
              <a:gd name="adj" fmla="val 156161"/>
            </a:avLst>
          </a:prstGeom>
          <a:solidFill>
            <a:srgbClr val="4950BC"/>
          </a:solidFill>
          <a:ln/>
        </p:spPr>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941243" y="4990267"/>
            <a:ext cx="234196" cy="234196"/>
          </a:xfrm>
          <a:prstGeom prst="rect">
            <a:avLst/>
          </a:prstGeom>
        </p:spPr>
      </p:pic>
      <p:sp>
        <p:nvSpPr>
          <p:cNvPr id="20" name="Text 14"/>
          <p:cNvSpPr/>
          <p:nvPr/>
        </p:nvSpPr>
        <p:spPr>
          <a:xfrm>
            <a:off x="6485215" y="5595461"/>
            <a:ext cx="2440186" cy="305038"/>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latin typeface="Inter Bold" pitchFamily="34" charset="0"/>
                <a:ea typeface="Inter Bold" pitchFamily="34" charset="-122"/>
                <a:cs typeface="Inter Bold" pitchFamily="34" charset="-120"/>
              </a:rPr>
              <a:t>Dataset</a:t>
            </a:r>
            <a:endParaRPr lang="en-US" sz="1900" dirty="0"/>
          </a:p>
        </p:txBody>
      </p:sp>
      <p:sp>
        <p:nvSpPr>
          <p:cNvPr id="21" name="Text 15"/>
          <p:cNvSpPr/>
          <p:nvPr/>
        </p:nvSpPr>
        <p:spPr>
          <a:xfrm>
            <a:off x="6485215" y="6015633"/>
            <a:ext cx="7146369" cy="1440656"/>
          </a:xfrm>
          <a:prstGeom prst="rect">
            <a:avLst/>
          </a:prstGeom>
          <a:noFill/>
          <a:ln/>
        </p:spPr>
        <p:txBody>
          <a:bodyPr wrap="square" lIns="0" tIns="0" rIns="0" bIns="0" rtlCol="0" anchor="t"/>
          <a:lstStyle/>
          <a:p>
            <a:pPr marL="342900" indent="-342900" algn="l">
              <a:lnSpc>
                <a:spcPts val="2400"/>
              </a:lnSpc>
              <a:buSzPct val="100000"/>
              <a:buChar char="•"/>
            </a:pPr>
            <a:r>
              <a:rPr lang="en-US" sz="1500" dirty="0">
                <a:solidFill>
                  <a:srgbClr val="272525"/>
                </a:solidFill>
                <a:latin typeface="Inter" pitchFamily="34" charset="0"/>
                <a:ea typeface="Inter" pitchFamily="34" charset="-122"/>
                <a:cs typeface="Inter" pitchFamily="34" charset="-120"/>
              </a:rPr>
              <a:t>Modified Spotify Tracks Dataset</a:t>
            </a:r>
            <a:endParaRPr lang="en-US" sz="1500" dirty="0"/>
          </a:p>
          <a:p>
            <a:pPr marL="342900" indent="-342900" algn="l">
              <a:lnSpc>
                <a:spcPts val="2400"/>
              </a:lnSpc>
              <a:buSzPct val="100000"/>
              <a:buChar char="•"/>
            </a:pPr>
            <a:r>
              <a:rPr lang="en-US" sz="1500" dirty="0">
                <a:solidFill>
                  <a:srgbClr val="272525"/>
                </a:solidFill>
                <a:latin typeface="Inter" pitchFamily="34" charset="0"/>
                <a:ea typeface="Inter" pitchFamily="34" charset="-122"/>
                <a:cs typeface="Inter" pitchFamily="34" charset="-120"/>
              </a:rPr>
              <a:t>tracks_genre.csv file</a:t>
            </a:r>
            <a:endParaRPr lang="en-US" sz="1500" dirty="0"/>
          </a:p>
          <a:p>
            <a:pPr marL="342900" indent="-342900" algn="l">
              <a:lnSpc>
                <a:spcPts val="2400"/>
              </a:lnSpc>
              <a:buSzPct val="100000"/>
              <a:buChar char="•"/>
            </a:pPr>
            <a:r>
              <a:rPr lang="en-US" sz="1500" dirty="0">
                <a:solidFill>
                  <a:srgbClr val="272525"/>
                </a:solidFill>
                <a:latin typeface="Inter" pitchFamily="34" charset="0"/>
                <a:ea typeface="Inter" pitchFamily="34" charset="-122"/>
                <a:cs typeface="Inter" pitchFamily="34" charset="-120"/>
              </a:rPr>
              <a:t>Audio features included</a:t>
            </a:r>
            <a:endParaRPr lang="en-US" sz="1500" dirty="0"/>
          </a:p>
          <a:p>
            <a:pPr marL="342900" indent="-342900" algn="l">
              <a:lnSpc>
                <a:spcPts val="2400"/>
              </a:lnSpc>
              <a:buSzPct val="100000"/>
              <a:buChar char="•"/>
            </a:pPr>
            <a:r>
              <a:rPr lang="en-US" sz="1500" dirty="0">
                <a:solidFill>
                  <a:srgbClr val="272525"/>
                </a:solidFill>
                <a:latin typeface="Inter" pitchFamily="34" charset="0"/>
                <a:ea typeface="Inter" pitchFamily="34" charset="-122"/>
                <a:cs typeface="Inter" pitchFamily="34" charset="-120"/>
              </a:rPr>
              <a:t>Genre classification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06160" y="503992"/>
            <a:ext cx="4414123" cy="551617"/>
          </a:xfrm>
          <a:prstGeom prst="rect">
            <a:avLst/>
          </a:prstGeom>
          <a:noFill/>
          <a:ln/>
        </p:spPr>
        <p:txBody>
          <a:bodyPr wrap="none" lIns="0" tIns="0" rIns="0" bIns="0" rtlCol="0" anchor="t"/>
          <a:lstStyle/>
          <a:p>
            <a:pPr marL="0" indent="0" algn="l">
              <a:lnSpc>
                <a:spcPts val="4300"/>
              </a:lnSpc>
              <a:buNone/>
            </a:pPr>
            <a:r>
              <a:rPr lang="en-US" sz="3450" b="1" dirty="0">
                <a:solidFill>
                  <a:srgbClr val="000000"/>
                </a:solidFill>
                <a:latin typeface="Inter Bold" pitchFamily="34" charset="0"/>
                <a:ea typeface="Inter Bold" pitchFamily="34" charset="-122"/>
                <a:cs typeface="Inter Bold" pitchFamily="34" charset="-120"/>
              </a:rPr>
              <a:t>System Workflow</a:t>
            </a:r>
            <a:endParaRPr lang="en-US" sz="3450" dirty="0"/>
          </a:p>
        </p:txBody>
      </p:sp>
      <p:pic>
        <p:nvPicPr>
          <p:cNvPr id="3" name="Image 0" descr="preencoded.png"/>
          <p:cNvPicPr>
            <a:picLocks noChangeAspect="1"/>
          </p:cNvPicPr>
          <p:nvPr/>
        </p:nvPicPr>
        <p:blipFill>
          <a:blip r:embed="rId3"/>
          <a:stretch>
            <a:fillRect/>
          </a:stretch>
        </p:blipFill>
        <p:spPr>
          <a:xfrm>
            <a:off x="706160" y="1369695"/>
            <a:ext cx="882729" cy="1059299"/>
          </a:xfrm>
          <a:prstGeom prst="rect">
            <a:avLst/>
          </a:prstGeom>
        </p:spPr>
      </p:pic>
      <p:sp>
        <p:nvSpPr>
          <p:cNvPr id="4" name="Text 1"/>
          <p:cNvSpPr/>
          <p:nvPr/>
        </p:nvSpPr>
        <p:spPr>
          <a:xfrm>
            <a:off x="1745933" y="1546146"/>
            <a:ext cx="2207062" cy="27586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Inter Bold" pitchFamily="34" charset="0"/>
                <a:ea typeface="Inter Bold" pitchFamily="34" charset="-122"/>
                <a:cs typeface="Inter Bold" pitchFamily="34" charset="-120"/>
              </a:rPr>
              <a:t>User Input</a:t>
            </a:r>
            <a:endParaRPr lang="en-US" sz="1700" dirty="0"/>
          </a:p>
        </p:txBody>
      </p:sp>
      <p:sp>
        <p:nvSpPr>
          <p:cNvPr id="5" name="Text 2"/>
          <p:cNvSpPr/>
          <p:nvPr/>
        </p:nvSpPr>
        <p:spPr>
          <a:xfrm>
            <a:off x="1745933" y="1916192"/>
            <a:ext cx="12178308" cy="266819"/>
          </a:xfrm>
          <a:prstGeom prst="rect">
            <a:avLst/>
          </a:prstGeom>
          <a:noFill/>
          <a:ln/>
        </p:spPr>
        <p:txBody>
          <a:bodyPr wrap="none" lIns="0" tIns="0" rIns="0" bIns="0" rtlCol="0" anchor="t"/>
          <a:lstStyle/>
          <a:p>
            <a:pPr marL="0" indent="0" algn="l">
              <a:lnSpc>
                <a:spcPts val="2100"/>
              </a:lnSpc>
              <a:buNone/>
            </a:pPr>
            <a:r>
              <a:rPr lang="en-US" sz="1350" dirty="0">
                <a:solidFill>
                  <a:srgbClr val="272525"/>
                </a:solidFill>
                <a:latin typeface="Inter" pitchFamily="34" charset="0"/>
                <a:ea typeface="Inter" pitchFamily="34" charset="-122"/>
                <a:cs typeface="Inter" pitchFamily="34" charset="-120"/>
              </a:rPr>
              <a:t>Search for a song title or select a mood category</a:t>
            </a:r>
            <a:endParaRPr lang="en-US" sz="1350" dirty="0"/>
          </a:p>
        </p:txBody>
      </p:sp>
      <p:pic>
        <p:nvPicPr>
          <p:cNvPr id="6" name="Image 1" descr="preencoded.png"/>
          <p:cNvPicPr>
            <a:picLocks noChangeAspect="1"/>
          </p:cNvPicPr>
          <p:nvPr/>
        </p:nvPicPr>
        <p:blipFill>
          <a:blip r:embed="rId4"/>
          <a:stretch>
            <a:fillRect/>
          </a:stretch>
        </p:blipFill>
        <p:spPr>
          <a:xfrm>
            <a:off x="706160" y="2428994"/>
            <a:ext cx="882729" cy="1059299"/>
          </a:xfrm>
          <a:prstGeom prst="rect">
            <a:avLst/>
          </a:prstGeom>
        </p:spPr>
      </p:pic>
      <p:sp>
        <p:nvSpPr>
          <p:cNvPr id="7" name="Text 3"/>
          <p:cNvSpPr/>
          <p:nvPr/>
        </p:nvSpPr>
        <p:spPr>
          <a:xfrm>
            <a:off x="1745933" y="2605445"/>
            <a:ext cx="2207062" cy="27586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Inter Bold" pitchFamily="34" charset="0"/>
                <a:ea typeface="Inter Bold" pitchFamily="34" charset="-122"/>
                <a:cs typeface="Inter Bold" pitchFamily="34" charset="-120"/>
              </a:rPr>
              <a:t>Request Processing</a:t>
            </a:r>
            <a:endParaRPr lang="en-US" sz="1700" dirty="0"/>
          </a:p>
        </p:txBody>
      </p:sp>
      <p:sp>
        <p:nvSpPr>
          <p:cNvPr id="8" name="Text 4"/>
          <p:cNvSpPr/>
          <p:nvPr/>
        </p:nvSpPr>
        <p:spPr>
          <a:xfrm>
            <a:off x="1745933" y="2975491"/>
            <a:ext cx="12178308" cy="266819"/>
          </a:xfrm>
          <a:prstGeom prst="rect">
            <a:avLst/>
          </a:prstGeom>
          <a:noFill/>
          <a:ln/>
        </p:spPr>
        <p:txBody>
          <a:bodyPr wrap="none" lIns="0" tIns="0" rIns="0" bIns="0" rtlCol="0" anchor="t"/>
          <a:lstStyle/>
          <a:p>
            <a:pPr marL="0" indent="0" algn="l">
              <a:lnSpc>
                <a:spcPts val="2100"/>
              </a:lnSpc>
              <a:buNone/>
            </a:pPr>
            <a:r>
              <a:rPr lang="en-US" sz="1350" dirty="0">
                <a:solidFill>
                  <a:srgbClr val="272525"/>
                </a:solidFill>
                <a:latin typeface="Inter" pitchFamily="34" charset="0"/>
                <a:ea typeface="Inter" pitchFamily="34" charset="-122"/>
                <a:cs typeface="Inter" pitchFamily="34" charset="-120"/>
              </a:rPr>
              <a:t>Flask backend receives and validates the request</a:t>
            </a:r>
            <a:endParaRPr lang="en-US" sz="1350" dirty="0"/>
          </a:p>
        </p:txBody>
      </p:sp>
      <p:pic>
        <p:nvPicPr>
          <p:cNvPr id="9" name="Image 2" descr="preencoded.png"/>
          <p:cNvPicPr>
            <a:picLocks noChangeAspect="1"/>
          </p:cNvPicPr>
          <p:nvPr/>
        </p:nvPicPr>
        <p:blipFill>
          <a:blip r:embed="rId5"/>
          <a:stretch>
            <a:fillRect/>
          </a:stretch>
        </p:blipFill>
        <p:spPr>
          <a:xfrm>
            <a:off x="706160" y="3488293"/>
            <a:ext cx="882729" cy="1059299"/>
          </a:xfrm>
          <a:prstGeom prst="rect">
            <a:avLst/>
          </a:prstGeom>
        </p:spPr>
      </p:pic>
      <p:sp>
        <p:nvSpPr>
          <p:cNvPr id="10" name="Text 5"/>
          <p:cNvSpPr/>
          <p:nvPr/>
        </p:nvSpPr>
        <p:spPr>
          <a:xfrm>
            <a:off x="1745933" y="3664744"/>
            <a:ext cx="2207062" cy="27586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Inter Bold" pitchFamily="34" charset="0"/>
                <a:ea typeface="Inter Bold" pitchFamily="34" charset="-122"/>
                <a:cs typeface="Inter Bold" pitchFamily="34" charset="-120"/>
              </a:rPr>
              <a:t>Audio Analysis</a:t>
            </a:r>
            <a:endParaRPr lang="en-US" sz="1700" dirty="0"/>
          </a:p>
        </p:txBody>
      </p:sp>
      <p:sp>
        <p:nvSpPr>
          <p:cNvPr id="11" name="Text 6"/>
          <p:cNvSpPr/>
          <p:nvPr/>
        </p:nvSpPr>
        <p:spPr>
          <a:xfrm>
            <a:off x="1745933" y="4034790"/>
            <a:ext cx="12178308" cy="266819"/>
          </a:xfrm>
          <a:prstGeom prst="rect">
            <a:avLst/>
          </a:prstGeom>
          <a:noFill/>
          <a:ln/>
        </p:spPr>
        <p:txBody>
          <a:bodyPr wrap="none" lIns="0" tIns="0" rIns="0" bIns="0" rtlCol="0" anchor="t"/>
          <a:lstStyle/>
          <a:p>
            <a:pPr marL="0" indent="0" algn="l">
              <a:lnSpc>
                <a:spcPts val="2100"/>
              </a:lnSpc>
              <a:buNone/>
            </a:pPr>
            <a:r>
              <a:rPr lang="en-US" sz="1350" dirty="0">
                <a:solidFill>
                  <a:srgbClr val="272525"/>
                </a:solidFill>
                <a:latin typeface="Inter" pitchFamily="34" charset="0"/>
                <a:ea typeface="Inter" pitchFamily="34" charset="-122"/>
                <a:cs typeface="Inter" pitchFamily="34" charset="-120"/>
              </a:rPr>
              <a:t>Extract and analyze relevant audio features</a:t>
            </a:r>
            <a:endParaRPr lang="en-US" sz="1350" dirty="0"/>
          </a:p>
        </p:txBody>
      </p:sp>
      <p:pic>
        <p:nvPicPr>
          <p:cNvPr id="12" name="Image 3" descr="preencoded.png"/>
          <p:cNvPicPr>
            <a:picLocks noChangeAspect="1"/>
          </p:cNvPicPr>
          <p:nvPr/>
        </p:nvPicPr>
        <p:blipFill>
          <a:blip r:embed="rId6"/>
          <a:stretch>
            <a:fillRect/>
          </a:stretch>
        </p:blipFill>
        <p:spPr>
          <a:xfrm>
            <a:off x="706160" y="4547592"/>
            <a:ext cx="882729" cy="1059299"/>
          </a:xfrm>
          <a:prstGeom prst="rect">
            <a:avLst/>
          </a:prstGeom>
        </p:spPr>
      </p:pic>
      <p:sp>
        <p:nvSpPr>
          <p:cNvPr id="13" name="Text 7"/>
          <p:cNvSpPr/>
          <p:nvPr/>
        </p:nvSpPr>
        <p:spPr>
          <a:xfrm>
            <a:off x="1745933" y="4724043"/>
            <a:ext cx="2293977" cy="27586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Inter Bold" pitchFamily="34" charset="0"/>
                <a:ea typeface="Inter Bold" pitchFamily="34" charset="-122"/>
                <a:cs typeface="Inter Bold" pitchFamily="34" charset="-120"/>
              </a:rPr>
              <a:t>Similarity Calculation</a:t>
            </a:r>
            <a:endParaRPr lang="en-US" sz="1700" dirty="0"/>
          </a:p>
        </p:txBody>
      </p:sp>
      <p:sp>
        <p:nvSpPr>
          <p:cNvPr id="14" name="Text 8"/>
          <p:cNvSpPr/>
          <p:nvPr/>
        </p:nvSpPr>
        <p:spPr>
          <a:xfrm>
            <a:off x="1745933" y="5094089"/>
            <a:ext cx="12178308" cy="266819"/>
          </a:xfrm>
          <a:prstGeom prst="rect">
            <a:avLst/>
          </a:prstGeom>
          <a:noFill/>
          <a:ln/>
        </p:spPr>
        <p:txBody>
          <a:bodyPr wrap="none" lIns="0" tIns="0" rIns="0" bIns="0" rtlCol="0" anchor="t"/>
          <a:lstStyle/>
          <a:p>
            <a:pPr marL="0" indent="0" algn="l">
              <a:lnSpc>
                <a:spcPts val="2100"/>
              </a:lnSpc>
              <a:buNone/>
            </a:pPr>
            <a:r>
              <a:rPr lang="en-US" sz="1350" dirty="0">
                <a:solidFill>
                  <a:srgbClr val="272525"/>
                </a:solidFill>
                <a:latin typeface="Inter" pitchFamily="34" charset="0"/>
                <a:ea typeface="Inter" pitchFamily="34" charset="-122"/>
                <a:cs typeface="Inter" pitchFamily="34" charset="-120"/>
              </a:rPr>
              <a:t>Compute cosine similarity across dataset</a:t>
            </a:r>
            <a:endParaRPr lang="en-US" sz="1350" dirty="0"/>
          </a:p>
        </p:txBody>
      </p:sp>
      <p:pic>
        <p:nvPicPr>
          <p:cNvPr id="15" name="Image 4" descr="preencoded.png"/>
          <p:cNvPicPr>
            <a:picLocks noChangeAspect="1"/>
          </p:cNvPicPr>
          <p:nvPr/>
        </p:nvPicPr>
        <p:blipFill>
          <a:blip r:embed="rId7"/>
          <a:stretch>
            <a:fillRect/>
          </a:stretch>
        </p:blipFill>
        <p:spPr>
          <a:xfrm>
            <a:off x="706160" y="5606891"/>
            <a:ext cx="882729" cy="1059299"/>
          </a:xfrm>
          <a:prstGeom prst="rect">
            <a:avLst/>
          </a:prstGeom>
        </p:spPr>
      </p:pic>
      <p:sp>
        <p:nvSpPr>
          <p:cNvPr id="16" name="Text 9"/>
          <p:cNvSpPr/>
          <p:nvPr/>
        </p:nvSpPr>
        <p:spPr>
          <a:xfrm>
            <a:off x="1745933" y="5783342"/>
            <a:ext cx="2207062" cy="27586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Inter Bold" pitchFamily="34" charset="0"/>
                <a:ea typeface="Inter Bold" pitchFamily="34" charset="-122"/>
                <a:cs typeface="Inter Bold" pitchFamily="34" charset="-120"/>
              </a:rPr>
              <a:t>Hybrid Ranking</a:t>
            </a:r>
            <a:endParaRPr lang="en-US" sz="1700" dirty="0"/>
          </a:p>
        </p:txBody>
      </p:sp>
      <p:sp>
        <p:nvSpPr>
          <p:cNvPr id="17" name="Text 10"/>
          <p:cNvSpPr/>
          <p:nvPr/>
        </p:nvSpPr>
        <p:spPr>
          <a:xfrm>
            <a:off x="1745933" y="6153388"/>
            <a:ext cx="12178308" cy="266819"/>
          </a:xfrm>
          <a:prstGeom prst="rect">
            <a:avLst/>
          </a:prstGeom>
          <a:noFill/>
          <a:ln/>
        </p:spPr>
        <p:txBody>
          <a:bodyPr wrap="none" lIns="0" tIns="0" rIns="0" bIns="0" rtlCol="0" anchor="t"/>
          <a:lstStyle/>
          <a:p>
            <a:pPr marL="0" indent="0" algn="l">
              <a:lnSpc>
                <a:spcPts val="2100"/>
              </a:lnSpc>
              <a:buNone/>
            </a:pPr>
            <a:r>
              <a:rPr lang="en-US" sz="1350" dirty="0">
                <a:solidFill>
                  <a:srgbClr val="272525"/>
                </a:solidFill>
                <a:latin typeface="Inter" pitchFamily="34" charset="0"/>
                <a:ea typeface="Inter" pitchFamily="34" charset="-122"/>
                <a:cs typeface="Inter" pitchFamily="34" charset="-120"/>
              </a:rPr>
              <a:t>Combine similarity with popularity scores</a:t>
            </a:r>
            <a:endParaRPr lang="en-US" sz="1350" dirty="0"/>
          </a:p>
        </p:txBody>
      </p:sp>
      <p:pic>
        <p:nvPicPr>
          <p:cNvPr id="18" name="Image 5" descr="preencoded.png"/>
          <p:cNvPicPr>
            <a:picLocks noChangeAspect="1"/>
          </p:cNvPicPr>
          <p:nvPr/>
        </p:nvPicPr>
        <p:blipFill>
          <a:blip r:embed="rId8"/>
          <a:stretch>
            <a:fillRect/>
          </a:stretch>
        </p:blipFill>
        <p:spPr>
          <a:xfrm>
            <a:off x="706160" y="6666190"/>
            <a:ext cx="882729" cy="1059299"/>
          </a:xfrm>
          <a:prstGeom prst="rect">
            <a:avLst/>
          </a:prstGeom>
        </p:spPr>
      </p:pic>
      <p:sp>
        <p:nvSpPr>
          <p:cNvPr id="19" name="Text 11"/>
          <p:cNvSpPr/>
          <p:nvPr/>
        </p:nvSpPr>
        <p:spPr>
          <a:xfrm>
            <a:off x="1745933" y="6842641"/>
            <a:ext cx="2207062" cy="27586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Inter Bold" pitchFamily="34" charset="0"/>
                <a:ea typeface="Inter Bold" pitchFamily="34" charset="-122"/>
                <a:cs typeface="Inter Bold" pitchFamily="34" charset="-120"/>
              </a:rPr>
              <a:t>Return Results</a:t>
            </a:r>
            <a:endParaRPr lang="en-US" sz="1700" dirty="0"/>
          </a:p>
        </p:txBody>
      </p:sp>
      <p:sp>
        <p:nvSpPr>
          <p:cNvPr id="20" name="Text 12"/>
          <p:cNvSpPr/>
          <p:nvPr/>
        </p:nvSpPr>
        <p:spPr>
          <a:xfrm>
            <a:off x="1745933" y="7212687"/>
            <a:ext cx="12178308" cy="266819"/>
          </a:xfrm>
          <a:prstGeom prst="rect">
            <a:avLst/>
          </a:prstGeom>
          <a:noFill/>
          <a:ln/>
        </p:spPr>
        <p:txBody>
          <a:bodyPr wrap="none" lIns="0" tIns="0" rIns="0" bIns="0" rtlCol="0" anchor="t"/>
          <a:lstStyle/>
          <a:p>
            <a:pPr marL="0" indent="0" algn="l">
              <a:lnSpc>
                <a:spcPts val="2100"/>
              </a:lnSpc>
              <a:buNone/>
            </a:pPr>
            <a:r>
              <a:rPr lang="en-US" sz="1350" dirty="0">
                <a:solidFill>
                  <a:srgbClr val="272525"/>
                </a:solidFill>
                <a:latin typeface="Inter" pitchFamily="34" charset="0"/>
                <a:ea typeface="Inter" pitchFamily="34" charset="-122"/>
                <a:cs typeface="Inter" pitchFamily="34" charset="-120"/>
              </a:rPr>
              <a:t>Top recommendations displayed to user</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969407"/>
            <a:ext cx="7696914"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Song Recommendation Process</a:t>
            </a:r>
            <a:endParaRPr lang="en-US" sz="3900" dirty="0"/>
          </a:p>
        </p:txBody>
      </p:sp>
      <p:pic>
        <p:nvPicPr>
          <p:cNvPr id="3" name="Image 0" descr="preencoded.png"/>
          <p:cNvPicPr>
            <a:picLocks noChangeAspect="1"/>
          </p:cNvPicPr>
          <p:nvPr/>
        </p:nvPicPr>
        <p:blipFill>
          <a:blip r:embed="rId3"/>
          <a:stretch>
            <a:fillRect/>
          </a:stretch>
        </p:blipFill>
        <p:spPr>
          <a:xfrm>
            <a:off x="793790" y="2110383"/>
            <a:ext cx="4926568" cy="4926568"/>
          </a:xfrm>
          <a:prstGeom prst="rect">
            <a:avLst/>
          </a:prstGeom>
        </p:spPr>
      </p:pic>
      <p:sp>
        <p:nvSpPr>
          <p:cNvPr id="4" name="Text 1"/>
          <p:cNvSpPr/>
          <p:nvPr/>
        </p:nvSpPr>
        <p:spPr>
          <a:xfrm>
            <a:off x="6212086" y="208549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Detailed Flow</a:t>
            </a:r>
            <a:endParaRPr lang="en-US" sz="1950" dirty="0"/>
          </a:p>
        </p:txBody>
      </p:sp>
      <p:sp>
        <p:nvSpPr>
          <p:cNvPr id="5" name="Text 2"/>
          <p:cNvSpPr/>
          <p:nvPr/>
        </p:nvSpPr>
        <p:spPr>
          <a:xfrm>
            <a:off x="6212086" y="2594015"/>
            <a:ext cx="7632025" cy="3522464"/>
          </a:xfrm>
          <a:prstGeom prst="rect">
            <a:avLst/>
          </a:prstGeom>
          <a:noFill/>
          <a:ln/>
        </p:spPr>
        <p:txBody>
          <a:bodyPr wrap="square" lIns="0" tIns="0" rIns="0" bIns="0" rtlCol="0" anchor="t"/>
          <a:lstStyle/>
          <a:p>
            <a:pPr marL="342900" indent="-342900" algn="l">
              <a:lnSpc>
                <a:spcPts val="2500"/>
              </a:lnSpc>
              <a:buSzPct val="100000"/>
              <a:buFont typeface="+mj-lt"/>
              <a:buAutoNum type="arabicPeriod"/>
            </a:pPr>
            <a:r>
              <a:rPr lang="en-US" sz="1550" b="1" dirty="0">
                <a:solidFill>
                  <a:srgbClr val="272525"/>
                </a:solidFill>
                <a:latin typeface="Inter" pitchFamily="34" charset="0"/>
                <a:ea typeface="Inter" pitchFamily="34" charset="-122"/>
                <a:cs typeface="Inter" pitchFamily="34" charset="-120"/>
              </a:rPr>
              <a:t>Song Lookup:</a:t>
            </a:r>
            <a:r>
              <a:rPr lang="en-US" sz="1550" dirty="0">
                <a:solidFill>
                  <a:srgbClr val="272525"/>
                </a:solidFill>
                <a:latin typeface="Inter" pitchFamily="34" charset="0"/>
                <a:ea typeface="Inter" pitchFamily="34" charset="-122"/>
                <a:cs typeface="Inter" pitchFamily="34" charset="-120"/>
              </a:rPr>
              <a:t> System searches dataset for matching song title and validates existence</a:t>
            </a:r>
            <a:endParaRPr lang="en-US" sz="1550" dirty="0"/>
          </a:p>
          <a:p>
            <a:pPr marL="342900" indent="-342900" algn="l">
              <a:lnSpc>
                <a:spcPts val="2500"/>
              </a:lnSpc>
              <a:buSzPct val="100000"/>
              <a:buFont typeface="+mj-lt"/>
              <a:buAutoNum type="arabicPeriod" startAt="2"/>
            </a:pPr>
            <a:r>
              <a:rPr lang="en-US" sz="1550" b="1" dirty="0">
                <a:solidFill>
                  <a:srgbClr val="272525"/>
                </a:solidFill>
                <a:latin typeface="Inter" pitchFamily="34" charset="0"/>
                <a:ea typeface="Inter" pitchFamily="34" charset="-122"/>
                <a:cs typeface="Inter" pitchFamily="34" charset="-120"/>
              </a:rPr>
              <a:t>Feature Extraction:</a:t>
            </a:r>
            <a:r>
              <a:rPr lang="en-US" sz="1550" dirty="0">
                <a:solidFill>
                  <a:srgbClr val="272525"/>
                </a:solidFill>
                <a:latin typeface="Inter" pitchFamily="34" charset="0"/>
                <a:ea typeface="Inter" pitchFamily="34" charset="-122"/>
                <a:cs typeface="Inter" pitchFamily="34" charset="-120"/>
              </a:rPr>
              <a:t> Audio characteristics extracted including danceability, energy, tempo, and acousticness</a:t>
            </a:r>
            <a:endParaRPr lang="en-US" sz="1550" dirty="0"/>
          </a:p>
          <a:p>
            <a:pPr marL="342900" indent="-342900" algn="l">
              <a:lnSpc>
                <a:spcPts val="2500"/>
              </a:lnSpc>
              <a:buSzPct val="100000"/>
              <a:buFont typeface="+mj-lt"/>
              <a:buAutoNum type="arabicPeriod" startAt="3"/>
            </a:pPr>
            <a:r>
              <a:rPr lang="en-US" sz="1550" b="1" dirty="0">
                <a:solidFill>
                  <a:srgbClr val="272525"/>
                </a:solidFill>
                <a:latin typeface="Inter" pitchFamily="34" charset="0"/>
                <a:ea typeface="Inter" pitchFamily="34" charset="-122"/>
                <a:cs typeface="Inter" pitchFamily="34" charset="-120"/>
              </a:rPr>
              <a:t>Similarity Calculation:</a:t>
            </a:r>
            <a:r>
              <a:rPr lang="en-US" sz="1550" dirty="0">
                <a:solidFill>
                  <a:srgbClr val="272525"/>
                </a:solidFill>
                <a:latin typeface="Inter" pitchFamily="34" charset="0"/>
                <a:ea typeface="Inter" pitchFamily="34" charset="-122"/>
                <a:cs typeface="Inter" pitchFamily="34" charset="-120"/>
              </a:rPr>
              <a:t> Cosine similarity computed between input song and all others in dataset</a:t>
            </a:r>
            <a:endParaRPr lang="en-US" sz="1550" dirty="0"/>
          </a:p>
          <a:p>
            <a:pPr marL="342900" indent="-342900" algn="l">
              <a:lnSpc>
                <a:spcPts val="2500"/>
              </a:lnSpc>
              <a:buSzPct val="100000"/>
              <a:buFont typeface="+mj-lt"/>
              <a:buAutoNum type="arabicPeriod" startAt="4"/>
            </a:pPr>
            <a:r>
              <a:rPr lang="en-US" sz="1550" b="1" dirty="0">
                <a:solidFill>
                  <a:srgbClr val="272525"/>
                </a:solidFill>
                <a:latin typeface="Inter" pitchFamily="34" charset="0"/>
                <a:ea typeface="Inter" pitchFamily="34" charset="-122"/>
                <a:cs typeface="Inter" pitchFamily="34" charset="-120"/>
              </a:rPr>
              <a:t>Score Combination:</a:t>
            </a:r>
            <a:r>
              <a:rPr lang="en-US" sz="1550" dirty="0">
                <a:solidFill>
                  <a:srgbClr val="272525"/>
                </a:solidFill>
                <a:latin typeface="Inter" pitchFamily="34" charset="0"/>
                <a:ea typeface="Inter" pitchFamily="34" charset="-122"/>
                <a:cs typeface="Inter" pitchFamily="34" charset="-120"/>
              </a:rPr>
              <a:t> Similarity scores merged with popularity metrics using 60/40 weighting</a:t>
            </a:r>
            <a:endParaRPr lang="en-US" sz="1550" dirty="0"/>
          </a:p>
          <a:p>
            <a:pPr marL="342900" indent="-342900" algn="l">
              <a:lnSpc>
                <a:spcPts val="2500"/>
              </a:lnSpc>
              <a:buSzPct val="100000"/>
              <a:buFont typeface="+mj-lt"/>
              <a:buAutoNum type="arabicPeriod" startAt="5"/>
            </a:pPr>
            <a:r>
              <a:rPr lang="en-US" sz="1550" b="1" dirty="0">
                <a:solidFill>
                  <a:srgbClr val="272525"/>
                </a:solidFill>
                <a:latin typeface="Inter" pitchFamily="34" charset="0"/>
                <a:ea typeface="Inter" pitchFamily="34" charset="-122"/>
                <a:cs typeface="Inter" pitchFamily="34" charset="-120"/>
              </a:rPr>
              <a:t>Ranking:</a:t>
            </a:r>
            <a:r>
              <a:rPr lang="en-US" sz="1550" dirty="0">
                <a:solidFill>
                  <a:srgbClr val="272525"/>
                </a:solidFill>
                <a:latin typeface="Inter" pitchFamily="34" charset="0"/>
                <a:ea typeface="Inter" pitchFamily="34" charset="-122"/>
                <a:cs typeface="Inter" pitchFamily="34" charset="-120"/>
              </a:rPr>
              <a:t> Songs sorted by hybrid score in descending order</a:t>
            </a:r>
            <a:endParaRPr lang="en-US" sz="1550" dirty="0"/>
          </a:p>
          <a:p>
            <a:pPr marL="342900" indent="-342900" algn="l">
              <a:lnSpc>
                <a:spcPts val="2500"/>
              </a:lnSpc>
              <a:buSzPct val="100000"/>
              <a:buFont typeface="+mj-lt"/>
              <a:buAutoNum type="arabicPeriod" startAt="6"/>
            </a:pPr>
            <a:r>
              <a:rPr lang="en-US" sz="1550" b="1" dirty="0">
                <a:solidFill>
                  <a:srgbClr val="272525"/>
                </a:solidFill>
                <a:latin typeface="Inter" pitchFamily="34" charset="0"/>
                <a:ea typeface="Inter" pitchFamily="34" charset="-122"/>
                <a:cs typeface="Inter" pitchFamily="34" charset="-120"/>
              </a:rPr>
              <a:t>Results:</a:t>
            </a:r>
            <a:r>
              <a:rPr lang="en-US" sz="1550" dirty="0">
                <a:solidFill>
                  <a:srgbClr val="272525"/>
                </a:solidFill>
                <a:latin typeface="Inter" pitchFamily="34" charset="0"/>
                <a:ea typeface="Inter" pitchFamily="34" charset="-122"/>
                <a:cs typeface="Inter" pitchFamily="34" charset="-120"/>
              </a:rPr>
              <a:t> Top 10 songs returned with relevant metadata</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52567" y="855226"/>
            <a:ext cx="7554635" cy="598527"/>
          </a:xfrm>
          <a:prstGeom prst="rect">
            <a:avLst/>
          </a:prstGeom>
          <a:noFill/>
          <a:ln/>
        </p:spPr>
        <p:txBody>
          <a:bodyPr wrap="none" lIns="0" tIns="0" rIns="0" bIns="0" rtlCol="0" anchor="t"/>
          <a:lstStyle/>
          <a:p>
            <a:pPr marL="0" indent="0" algn="l">
              <a:lnSpc>
                <a:spcPts val="4700"/>
              </a:lnSpc>
              <a:buNone/>
            </a:pPr>
            <a:r>
              <a:rPr lang="en-US" sz="3750" b="1" dirty="0">
                <a:solidFill>
                  <a:srgbClr val="000000"/>
                </a:solidFill>
                <a:latin typeface="Inter Bold" pitchFamily="34" charset="0"/>
                <a:ea typeface="Inter Bold" pitchFamily="34" charset="-122"/>
                <a:cs typeface="Inter Bold" pitchFamily="34" charset="-120"/>
              </a:rPr>
              <a:t>Mood Recommendation Process</a:t>
            </a:r>
            <a:endParaRPr lang="en-US" sz="3750" dirty="0"/>
          </a:p>
        </p:txBody>
      </p:sp>
      <p:sp>
        <p:nvSpPr>
          <p:cNvPr id="4" name="Shape 1"/>
          <p:cNvSpPr/>
          <p:nvPr/>
        </p:nvSpPr>
        <p:spPr>
          <a:xfrm>
            <a:off x="6444139" y="2018348"/>
            <a:ext cx="191453" cy="861893"/>
          </a:xfrm>
          <a:prstGeom prst="roundRect">
            <a:avLst>
              <a:gd name="adj" fmla="val 42023"/>
            </a:avLst>
          </a:prstGeom>
          <a:solidFill>
            <a:srgbClr val="DADBF1"/>
          </a:solidFill>
          <a:ln w="7620">
            <a:solidFill>
              <a:srgbClr val="C0C1D7"/>
            </a:solidFill>
            <a:prstDash val="solid"/>
          </a:ln>
        </p:spPr>
      </p:sp>
      <p:sp>
        <p:nvSpPr>
          <p:cNvPr id="5" name="Shape 2"/>
          <p:cNvSpPr/>
          <p:nvPr/>
        </p:nvSpPr>
        <p:spPr>
          <a:xfrm>
            <a:off x="6252567" y="1892618"/>
            <a:ext cx="574596" cy="574596"/>
          </a:xfrm>
          <a:prstGeom prst="roundRect">
            <a:avLst>
              <a:gd name="adj" fmla="val 79569"/>
            </a:avLst>
          </a:prstGeom>
          <a:solidFill>
            <a:srgbClr val="DADBF1"/>
          </a:solidFill>
          <a:ln w="7620">
            <a:solidFill>
              <a:srgbClr val="C0C1D7"/>
            </a:solidFill>
            <a:prstDash val="solid"/>
          </a:ln>
        </p:spPr>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96157" y="2036207"/>
            <a:ext cx="287298" cy="287298"/>
          </a:xfrm>
          <a:prstGeom prst="rect">
            <a:avLst/>
          </a:prstGeom>
        </p:spPr>
      </p:pic>
      <p:sp>
        <p:nvSpPr>
          <p:cNvPr id="7" name="Text 3"/>
          <p:cNvSpPr/>
          <p:nvPr/>
        </p:nvSpPr>
        <p:spPr>
          <a:xfrm>
            <a:off x="7011948" y="1922502"/>
            <a:ext cx="2394347" cy="299204"/>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Mood Selection</a:t>
            </a:r>
            <a:endParaRPr lang="en-US" sz="1850" dirty="0"/>
          </a:p>
        </p:txBody>
      </p:sp>
      <p:sp>
        <p:nvSpPr>
          <p:cNvPr id="8" name="Text 4"/>
          <p:cNvSpPr/>
          <p:nvPr/>
        </p:nvSpPr>
        <p:spPr>
          <a:xfrm>
            <a:off x="7011948" y="2332553"/>
            <a:ext cx="6852285" cy="301109"/>
          </a:xfrm>
          <a:prstGeom prst="rect">
            <a:avLst/>
          </a:prstGeom>
          <a:noFill/>
          <a:ln/>
        </p:spPr>
        <p:txBody>
          <a:bodyPr wrap="none" lIns="0" tIns="0" rIns="0" bIns="0" rtlCol="0" anchor="t"/>
          <a:lstStyle/>
          <a:p>
            <a:pPr marL="0" indent="0" algn="l">
              <a:lnSpc>
                <a:spcPts val="2350"/>
              </a:lnSpc>
              <a:buNone/>
            </a:pPr>
            <a:r>
              <a:rPr lang="en-US" sz="1500" dirty="0">
                <a:solidFill>
                  <a:srgbClr val="272525"/>
                </a:solidFill>
                <a:latin typeface="Inter" pitchFamily="34" charset="0"/>
                <a:ea typeface="Inter" pitchFamily="34" charset="-122"/>
                <a:cs typeface="Inter" pitchFamily="34" charset="-120"/>
              </a:rPr>
              <a:t>User chooses from Happy, Sad, Chill, or Energetic mood categories</a:t>
            </a:r>
            <a:endParaRPr lang="en-US" sz="1500" dirty="0"/>
          </a:p>
        </p:txBody>
      </p:sp>
      <p:sp>
        <p:nvSpPr>
          <p:cNvPr id="9" name="Shape 5"/>
          <p:cNvSpPr/>
          <p:nvPr/>
        </p:nvSpPr>
        <p:spPr>
          <a:xfrm>
            <a:off x="6731437" y="3352443"/>
            <a:ext cx="191453" cy="1107758"/>
          </a:xfrm>
          <a:prstGeom prst="roundRect">
            <a:avLst>
              <a:gd name="adj" fmla="val 42023"/>
            </a:avLst>
          </a:prstGeom>
          <a:solidFill>
            <a:srgbClr val="DADBF1"/>
          </a:solidFill>
          <a:ln w="7620">
            <a:solidFill>
              <a:srgbClr val="C0C1D7"/>
            </a:solidFill>
            <a:prstDash val="solid"/>
          </a:ln>
        </p:spPr>
      </p:sp>
      <p:sp>
        <p:nvSpPr>
          <p:cNvPr id="10" name="Shape 6"/>
          <p:cNvSpPr/>
          <p:nvPr/>
        </p:nvSpPr>
        <p:spPr>
          <a:xfrm>
            <a:off x="6539865" y="3226713"/>
            <a:ext cx="574596" cy="574596"/>
          </a:xfrm>
          <a:prstGeom prst="roundRect">
            <a:avLst>
              <a:gd name="adj" fmla="val 79569"/>
            </a:avLst>
          </a:prstGeom>
          <a:solidFill>
            <a:srgbClr val="DADBF1"/>
          </a:solidFill>
          <a:ln w="7620">
            <a:solidFill>
              <a:srgbClr val="C0C1D7"/>
            </a:solidFill>
            <a:prstDash val="solid"/>
          </a:ln>
        </p:spPr>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83454" y="3370302"/>
            <a:ext cx="287298" cy="287298"/>
          </a:xfrm>
          <a:prstGeom prst="rect">
            <a:avLst/>
          </a:prstGeom>
        </p:spPr>
      </p:pic>
      <p:sp>
        <p:nvSpPr>
          <p:cNvPr id="12" name="Text 7"/>
          <p:cNvSpPr/>
          <p:nvPr/>
        </p:nvSpPr>
        <p:spPr>
          <a:xfrm>
            <a:off x="7299246" y="3256598"/>
            <a:ext cx="3063002" cy="299204"/>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Valence &amp; Energy Filtering</a:t>
            </a:r>
            <a:endParaRPr lang="en-US" sz="1850" dirty="0"/>
          </a:p>
        </p:txBody>
      </p:sp>
      <p:sp>
        <p:nvSpPr>
          <p:cNvPr id="13" name="Text 8"/>
          <p:cNvSpPr/>
          <p:nvPr/>
        </p:nvSpPr>
        <p:spPr>
          <a:xfrm>
            <a:off x="7299246" y="3666649"/>
            <a:ext cx="6564987" cy="602218"/>
          </a:xfrm>
          <a:prstGeom prst="rect">
            <a:avLst/>
          </a:prstGeom>
          <a:noFill/>
          <a:ln/>
        </p:spPr>
        <p:txBody>
          <a:bodyPr wrap="square" lIns="0" tIns="0" rIns="0" bIns="0" rtlCol="0" anchor="t"/>
          <a:lstStyle/>
          <a:p>
            <a:pPr marL="0" indent="0" algn="l">
              <a:lnSpc>
                <a:spcPts val="2350"/>
              </a:lnSpc>
              <a:buNone/>
            </a:pPr>
            <a:r>
              <a:rPr lang="en-US" sz="1500" dirty="0">
                <a:solidFill>
                  <a:srgbClr val="272525"/>
                </a:solidFill>
                <a:latin typeface="Inter" pitchFamily="34" charset="0"/>
                <a:ea typeface="Inter" pitchFamily="34" charset="-122"/>
                <a:cs typeface="Inter" pitchFamily="34" charset="-120"/>
              </a:rPr>
              <a:t>System applies mood-specific thresholds to valence (happiness) and energy audio features</a:t>
            </a:r>
            <a:endParaRPr lang="en-US" sz="1500" dirty="0"/>
          </a:p>
        </p:txBody>
      </p:sp>
      <p:sp>
        <p:nvSpPr>
          <p:cNvPr id="14" name="Shape 9"/>
          <p:cNvSpPr/>
          <p:nvPr/>
        </p:nvSpPr>
        <p:spPr>
          <a:xfrm>
            <a:off x="7018734" y="4932402"/>
            <a:ext cx="191453" cy="1107758"/>
          </a:xfrm>
          <a:prstGeom prst="roundRect">
            <a:avLst>
              <a:gd name="adj" fmla="val 42023"/>
            </a:avLst>
          </a:prstGeom>
          <a:solidFill>
            <a:srgbClr val="DADBF1"/>
          </a:solidFill>
          <a:ln w="7620">
            <a:solidFill>
              <a:srgbClr val="C0C1D7"/>
            </a:solidFill>
            <a:prstDash val="solid"/>
          </a:ln>
        </p:spPr>
      </p:sp>
      <p:sp>
        <p:nvSpPr>
          <p:cNvPr id="15" name="Shape 10"/>
          <p:cNvSpPr/>
          <p:nvPr/>
        </p:nvSpPr>
        <p:spPr>
          <a:xfrm>
            <a:off x="6827163" y="4806672"/>
            <a:ext cx="574596" cy="574596"/>
          </a:xfrm>
          <a:prstGeom prst="roundRect">
            <a:avLst>
              <a:gd name="adj" fmla="val 79569"/>
            </a:avLst>
          </a:prstGeom>
          <a:solidFill>
            <a:srgbClr val="DADBF1"/>
          </a:solidFill>
          <a:ln w="7620">
            <a:solidFill>
              <a:srgbClr val="C0C1D7"/>
            </a:solidFill>
            <a:prstDash val="solid"/>
          </a:ln>
        </p:spPr>
      </p:sp>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70752" y="4950262"/>
            <a:ext cx="287298" cy="287298"/>
          </a:xfrm>
          <a:prstGeom prst="rect">
            <a:avLst/>
          </a:prstGeom>
        </p:spPr>
      </p:pic>
      <p:sp>
        <p:nvSpPr>
          <p:cNvPr id="17" name="Text 11"/>
          <p:cNvSpPr/>
          <p:nvPr/>
        </p:nvSpPr>
        <p:spPr>
          <a:xfrm>
            <a:off x="7586543" y="4836557"/>
            <a:ext cx="2394347" cy="299204"/>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Popularity Sorting</a:t>
            </a:r>
            <a:endParaRPr lang="en-US" sz="1850" dirty="0"/>
          </a:p>
        </p:txBody>
      </p:sp>
      <p:sp>
        <p:nvSpPr>
          <p:cNvPr id="18" name="Text 12"/>
          <p:cNvSpPr/>
          <p:nvPr/>
        </p:nvSpPr>
        <p:spPr>
          <a:xfrm>
            <a:off x="7586543" y="5246608"/>
            <a:ext cx="6277689" cy="602218"/>
          </a:xfrm>
          <a:prstGeom prst="rect">
            <a:avLst/>
          </a:prstGeom>
          <a:noFill/>
          <a:ln/>
        </p:spPr>
        <p:txBody>
          <a:bodyPr wrap="square" lIns="0" tIns="0" rIns="0" bIns="0" rtlCol="0" anchor="t"/>
          <a:lstStyle/>
          <a:p>
            <a:pPr marL="0" indent="0" algn="l">
              <a:lnSpc>
                <a:spcPts val="2350"/>
              </a:lnSpc>
              <a:buNone/>
            </a:pPr>
            <a:r>
              <a:rPr lang="en-US" sz="1500" dirty="0">
                <a:solidFill>
                  <a:srgbClr val="272525"/>
                </a:solidFill>
                <a:latin typeface="Inter" pitchFamily="34" charset="0"/>
                <a:ea typeface="Inter" pitchFamily="34" charset="-122"/>
                <a:cs typeface="Inter" pitchFamily="34" charset="-120"/>
              </a:rPr>
              <a:t>Matching songs sorted by popularity score to prioritize well-received tracks</a:t>
            </a:r>
            <a:endParaRPr lang="en-US" sz="1500" dirty="0"/>
          </a:p>
        </p:txBody>
      </p:sp>
      <p:sp>
        <p:nvSpPr>
          <p:cNvPr id="19" name="Shape 13"/>
          <p:cNvSpPr/>
          <p:nvPr/>
        </p:nvSpPr>
        <p:spPr>
          <a:xfrm>
            <a:off x="7306032" y="6512362"/>
            <a:ext cx="191453" cy="861893"/>
          </a:xfrm>
          <a:prstGeom prst="roundRect">
            <a:avLst>
              <a:gd name="adj" fmla="val 42023"/>
            </a:avLst>
          </a:prstGeom>
          <a:solidFill>
            <a:srgbClr val="DADBF1"/>
          </a:solidFill>
          <a:ln w="7620">
            <a:solidFill>
              <a:srgbClr val="C0C1D7"/>
            </a:solidFill>
            <a:prstDash val="solid"/>
          </a:ln>
        </p:spPr>
      </p:sp>
      <p:sp>
        <p:nvSpPr>
          <p:cNvPr id="20" name="Shape 14"/>
          <p:cNvSpPr/>
          <p:nvPr/>
        </p:nvSpPr>
        <p:spPr>
          <a:xfrm>
            <a:off x="7114461" y="6386632"/>
            <a:ext cx="574596" cy="574596"/>
          </a:xfrm>
          <a:prstGeom prst="roundRect">
            <a:avLst>
              <a:gd name="adj" fmla="val 79569"/>
            </a:avLst>
          </a:prstGeom>
          <a:solidFill>
            <a:srgbClr val="DADBF1"/>
          </a:solidFill>
          <a:ln w="7620">
            <a:solidFill>
              <a:srgbClr val="C0C1D7"/>
            </a:solidFill>
            <a:prstDash val="solid"/>
          </a:ln>
        </p:spPr>
      </p:sp>
      <p:pic>
        <p:nvPicPr>
          <p:cNvPr id="2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58050" y="6530221"/>
            <a:ext cx="287298" cy="287298"/>
          </a:xfrm>
          <a:prstGeom prst="rect">
            <a:avLst/>
          </a:prstGeom>
        </p:spPr>
      </p:pic>
      <p:sp>
        <p:nvSpPr>
          <p:cNvPr id="22" name="Text 15"/>
          <p:cNvSpPr/>
          <p:nvPr/>
        </p:nvSpPr>
        <p:spPr>
          <a:xfrm>
            <a:off x="7873841" y="6416516"/>
            <a:ext cx="2394347" cy="299204"/>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Playlist Generation</a:t>
            </a:r>
            <a:endParaRPr lang="en-US" sz="1850" dirty="0"/>
          </a:p>
        </p:txBody>
      </p:sp>
      <p:sp>
        <p:nvSpPr>
          <p:cNvPr id="23" name="Text 16"/>
          <p:cNvSpPr/>
          <p:nvPr/>
        </p:nvSpPr>
        <p:spPr>
          <a:xfrm>
            <a:off x="7873841" y="6826568"/>
            <a:ext cx="5990392" cy="301109"/>
          </a:xfrm>
          <a:prstGeom prst="rect">
            <a:avLst/>
          </a:prstGeom>
          <a:noFill/>
          <a:ln/>
        </p:spPr>
        <p:txBody>
          <a:bodyPr wrap="none" lIns="0" tIns="0" rIns="0" bIns="0" rtlCol="0" anchor="t"/>
          <a:lstStyle/>
          <a:p>
            <a:pPr marL="0" indent="0" algn="l">
              <a:lnSpc>
                <a:spcPts val="2350"/>
              </a:lnSpc>
              <a:buNone/>
            </a:pPr>
            <a:r>
              <a:rPr lang="en-US" sz="1500" dirty="0">
                <a:solidFill>
                  <a:srgbClr val="272525"/>
                </a:solidFill>
                <a:latin typeface="Inter" pitchFamily="34" charset="0"/>
                <a:ea typeface="Inter" pitchFamily="34" charset="-122"/>
                <a:cs typeface="Inter" pitchFamily="34" charset="-120"/>
              </a:rPr>
              <a:t>Top 15 songs returned as mood-appropriate playlist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794623"/>
            <a:ext cx="8473321"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Future Improvements &amp; Conclusion</a:t>
            </a:r>
            <a:endParaRPr lang="en-US" sz="3900" dirty="0"/>
          </a:p>
        </p:txBody>
      </p:sp>
      <p:sp>
        <p:nvSpPr>
          <p:cNvPr id="3" name="Text 1"/>
          <p:cNvSpPr/>
          <p:nvPr/>
        </p:nvSpPr>
        <p:spPr>
          <a:xfrm>
            <a:off x="793790" y="191071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Next Steps</a:t>
            </a:r>
            <a:endParaRPr lang="en-US" sz="1950" dirty="0"/>
          </a:p>
        </p:txBody>
      </p:sp>
      <p:sp>
        <p:nvSpPr>
          <p:cNvPr id="4" name="Shape 2"/>
          <p:cNvSpPr/>
          <p:nvPr/>
        </p:nvSpPr>
        <p:spPr>
          <a:xfrm>
            <a:off x="793790" y="2444115"/>
            <a:ext cx="446484" cy="446484"/>
          </a:xfrm>
          <a:prstGeom prst="roundRect">
            <a:avLst>
              <a:gd name="adj" fmla="val 18670"/>
            </a:avLst>
          </a:prstGeom>
          <a:solidFill>
            <a:srgbClr val="DADBF1"/>
          </a:solidFill>
          <a:ln w="7620">
            <a:solidFill>
              <a:srgbClr val="C0C1D7"/>
            </a:solidFill>
            <a:prstDash val="solid"/>
          </a:ln>
        </p:spPr>
      </p:sp>
      <p:sp>
        <p:nvSpPr>
          <p:cNvPr id="5" name="Text 3"/>
          <p:cNvSpPr/>
          <p:nvPr/>
        </p:nvSpPr>
        <p:spPr>
          <a:xfrm>
            <a:off x="1438632" y="2512338"/>
            <a:ext cx="2732842"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Spotify API Integration</a:t>
            </a:r>
            <a:endParaRPr lang="en-US" sz="1950" dirty="0"/>
          </a:p>
        </p:txBody>
      </p:sp>
      <p:sp>
        <p:nvSpPr>
          <p:cNvPr id="6" name="Text 4"/>
          <p:cNvSpPr/>
          <p:nvPr/>
        </p:nvSpPr>
        <p:spPr>
          <a:xfrm>
            <a:off x="1438632" y="3020854"/>
            <a:ext cx="5634514"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Real-time track data and streaming</a:t>
            </a:r>
            <a:endParaRPr lang="en-US" sz="1550" dirty="0"/>
          </a:p>
        </p:txBody>
      </p:sp>
      <p:sp>
        <p:nvSpPr>
          <p:cNvPr id="7" name="Shape 5"/>
          <p:cNvSpPr/>
          <p:nvPr/>
        </p:nvSpPr>
        <p:spPr>
          <a:xfrm>
            <a:off x="793790" y="3735229"/>
            <a:ext cx="446484" cy="446484"/>
          </a:xfrm>
          <a:prstGeom prst="roundRect">
            <a:avLst>
              <a:gd name="adj" fmla="val 18670"/>
            </a:avLst>
          </a:prstGeom>
          <a:solidFill>
            <a:srgbClr val="DADBF1"/>
          </a:solidFill>
          <a:ln w="7620">
            <a:solidFill>
              <a:srgbClr val="C0C1D7"/>
            </a:solidFill>
            <a:prstDash val="solid"/>
          </a:ln>
        </p:spPr>
      </p:sp>
      <p:sp>
        <p:nvSpPr>
          <p:cNvPr id="8" name="Text 6"/>
          <p:cNvSpPr/>
          <p:nvPr/>
        </p:nvSpPr>
        <p:spPr>
          <a:xfrm>
            <a:off x="1438632" y="3803452"/>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User Accounts</a:t>
            </a:r>
            <a:endParaRPr lang="en-US" sz="1950" dirty="0"/>
          </a:p>
        </p:txBody>
      </p:sp>
      <p:sp>
        <p:nvSpPr>
          <p:cNvPr id="9" name="Text 7"/>
          <p:cNvSpPr/>
          <p:nvPr/>
        </p:nvSpPr>
        <p:spPr>
          <a:xfrm>
            <a:off x="1438632" y="4311968"/>
            <a:ext cx="5634514"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Personalized recommendations over time</a:t>
            </a:r>
            <a:endParaRPr lang="en-US" sz="1550" dirty="0"/>
          </a:p>
        </p:txBody>
      </p:sp>
      <p:sp>
        <p:nvSpPr>
          <p:cNvPr id="10" name="Shape 8"/>
          <p:cNvSpPr/>
          <p:nvPr/>
        </p:nvSpPr>
        <p:spPr>
          <a:xfrm>
            <a:off x="793790" y="5026343"/>
            <a:ext cx="446484" cy="446484"/>
          </a:xfrm>
          <a:prstGeom prst="roundRect">
            <a:avLst>
              <a:gd name="adj" fmla="val 18670"/>
            </a:avLst>
          </a:prstGeom>
          <a:solidFill>
            <a:srgbClr val="DADBF1"/>
          </a:solidFill>
          <a:ln w="7620">
            <a:solidFill>
              <a:srgbClr val="C0C1D7"/>
            </a:solidFill>
            <a:prstDash val="solid"/>
          </a:ln>
        </p:spPr>
      </p:sp>
      <p:sp>
        <p:nvSpPr>
          <p:cNvPr id="11" name="Text 9"/>
          <p:cNvSpPr/>
          <p:nvPr/>
        </p:nvSpPr>
        <p:spPr>
          <a:xfrm>
            <a:off x="1438632" y="5094565"/>
            <a:ext cx="2711648"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Deep Learning Models</a:t>
            </a:r>
            <a:endParaRPr lang="en-US" sz="1950" dirty="0"/>
          </a:p>
        </p:txBody>
      </p:sp>
      <p:sp>
        <p:nvSpPr>
          <p:cNvPr id="12" name="Text 10"/>
          <p:cNvSpPr/>
          <p:nvPr/>
        </p:nvSpPr>
        <p:spPr>
          <a:xfrm>
            <a:off x="1438632" y="5603081"/>
            <a:ext cx="5634514"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Neural networks for improved accuracy</a:t>
            </a:r>
            <a:endParaRPr lang="en-US" sz="1550" dirty="0"/>
          </a:p>
        </p:txBody>
      </p:sp>
      <p:sp>
        <p:nvSpPr>
          <p:cNvPr id="13" name="Shape 11"/>
          <p:cNvSpPr/>
          <p:nvPr/>
        </p:nvSpPr>
        <p:spPr>
          <a:xfrm>
            <a:off x="793790" y="6317456"/>
            <a:ext cx="446484" cy="446484"/>
          </a:xfrm>
          <a:prstGeom prst="roundRect">
            <a:avLst>
              <a:gd name="adj" fmla="val 18670"/>
            </a:avLst>
          </a:prstGeom>
          <a:solidFill>
            <a:srgbClr val="DADBF1"/>
          </a:solidFill>
          <a:ln w="7620">
            <a:solidFill>
              <a:srgbClr val="C0C1D7"/>
            </a:solidFill>
            <a:prstDash val="solid"/>
          </a:ln>
        </p:spPr>
      </p:sp>
      <p:sp>
        <p:nvSpPr>
          <p:cNvPr id="14" name="Text 12"/>
          <p:cNvSpPr/>
          <p:nvPr/>
        </p:nvSpPr>
        <p:spPr>
          <a:xfrm>
            <a:off x="1438632" y="638567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Mobile App</a:t>
            </a:r>
            <a:endParaRPr lang="en-US" sz="1950" dirty="0"/>
          </a:p>
        </p:txBody>
      </p:sp>
      <p:sp>
        <p:nvSpPr>
          <p:cNvPr id="15" name="Text 13"/>
          <p:cNvSpPr/>
          <p:nvPr/>
        </p:nvSpPr>
        <p:spPr>
          <a:xfrm>
            <a:off x="1438632" y="6894195"/>
            <a:ext cx="5634514"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iOS and Android versions</a:t>
            </a:r>
            <a:endParaRPr lang="en-US" sz="1550" dirty="0"/>
          </a:p>
        </p:txBody>
      </p:sp>
      <p:sp>
        <p:nvSpPr>
          <p:cNvPr id="16" name="Text 14"/>
          <p:cNvSpPr/>
          <p:nvPr/>
        </p:nvSpPr>
        <p:spPr>
          <a:xfrm>
            <a:off x="7564874" y="191071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Conclusion</a:t>
            </a:r>
            <a:endParaRPr lang="en-US" sz="1950" dirty="0"/>
          </a:p>
        </p:txBody>
      </p:sp>
      <p:sp>
        <p:nvSpPr>
          <p:cNvPr id="17" name="Text 15"/>
          <p:cNvSpPr/>
          <p:nvPr/>
        </p:nvSpPr>
        <p:spPr>
          <a:xfrm>
            <a:off x="7564874" y="2419231"/>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Groove successfully combines machine learning with web development to deliver intelligent music recommendations. The system offers both song-based similarity matching and mood-driven playlist generation through a simple, intuitive interface.</a:t>
            </a:r>
            <a:endParaRPr lang="en-US" sz="1550" dirty="0"/>
          </a:p>
        </p:txBody>
      </p:sp>
      <p:sp>
        <p:nvSpPr>
          <p:cNvPr id="18" name="Text 16"/>
          <p:cNvSpPr/>
          <p:nvPr/>
        </p:nvSpPr>
        <p:spPr>
          <a:xfrm>
            <a:off x="7564874" y="3867983"/>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Key strengths include the hybrid scoring model that balances audio feature similarity with popularity metrics, efficient cosine similarity calculations, and flexible recommendation approaches. The application demonstrates practical ML implementation for real-world music discovery challenges.</a:t>
            </a:r>
            <a:endParaRPr lang="en-US" sz="1550"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33</TotalTime>
  <Words>731</Words>
  <Application>Microsoft Office PowerPoint</Application>
  <PresentationFormat>Custom</PresentationFormat>
  <Paragraphs>125</Paragraphs>
  <Slides>12</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Trebuchet MS</vt:lpstr>
      <vt:lpstr>Inter Bold</vt:lpstr>
      <vt:lpstr>Wingdings 3</vt:lpstr>
      <vt:lpstr>Arial</vt:lpstr>
      <vt:lpstr>Inter</vt:lpstr>
      <vt:lpstr>Inter Light</vt:lpstr>
      <vt:lpstr>Facet</vt:lpstr>
      <vt:lpstr>Software Engineering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sriyansh mishra</cp:lastModifiedBy>
  <cp:revision>4</cp:revision>
  <dcterms:created xsi:type="dcterms:W3CDTF">2026-03-12T17:43:14Z</dcterms:created>
  <dcterms:modified xsi:type="dcterms:W3CDTF">2026-04-10T06:21:02Z</dcterms:modified>
</cp:coreProperties>
</file>